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  <p:sldMasterId id="2147483682" r:id="rId5"/>
    <p:sldMasterId id="2147483674" r:id="rId6"/>
    <p:sldMasterId id="2147483691" r:id="rId7"/>
  </p:sldMasterIdLst>
  <p:notesMasterIdLst>
    <p:notesMasterId r:id="rId13"/>
  </p:notesMasterIdLst>
  <p:sldIdLst>
    <p:sldId id="1888" r:id="rId8"/>
    <p:sldId id="9992" r:id="rId9"/>
    <p:sldId id="10005" r:id="rId10"/>
    <p:sldId id="10006" r:id="rId11"/>
    <p:sldId id="10003" r:id="rId12"/>
  </p:sldIdLst>
  <p:sldSz cx="12192000" cy="6858000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F1E8"/>
    <a:srgbClr val="ECF7F5"/>
    <a:srgbClr val="373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EC569-61B2-4A1B-9920-75487C81350B}" v="1" dt="2026-03-27T16:21:26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ata Ly-Gauchet" userId="eee960c4-1970-4c65-a8b6-8749cf5c4419" providerId="ADAL" clId="{FC3EFF52-7BE5-4CEC-91AE-58519AEE0F18}"/>
    <pc:docChg chg="undo redo custSel addSld delSld modSld">
      <pc:chgData name="Aminata Ly-Gauchet" userId="eee960c4-1970-4c65-a8b6-8749cf5c4419" providerId="ADAL" clId="{FC3EFF52-7BE5-4CEC-91AE-58519AEE0F18}" dt="2026-03-27T16:21:28.086" v="1626" actId="20577"/>
      <pc:docMkLst>
        <pc:docMk/>
      </pc:docMkLst>
      <pc:sldChg chg="modSp mod">
        <pc:chgData name="Aminata Ly-Gauchet" userId="eee960c4-1970-4c65-a8b6-8749cf5c4419" providerId="ADAL" clId="{FC3EFF52-7BE5-4CEC-91AE-58519AEE0F18}" dt="2026-03-27T16:21:28.086" v="1626" actId="20577"/>
        <pc:sldMkLst>
          <pc:docMk/>
          <pc:sldMk cId="3392683511" sldId="10003"/>
        </pc:sldMkLst>
        <pc:graphicFrameChg chg="mod modGraphic">
          <ac:chgData name="Aminata Ly-Gauchet" userId="eee960c4-1970-4c65-a8b6-8749cf5c4419" providerId="ADAL" clId="{FC3EFF52-7BE5-4CEC-91AE-58519AEE0F18}" dt="2026-03-26T15:03:03.396" v="1620"/>
          <ac:graphicFrameMkLst>
            <pc:docMk/>
            <pc:sldMk cId="3392683511" sldId="10003"/>
            <ac:graphicFrameMk id="3" creationId="{AEE88384-6671-DD65-91EE-B631188B9280}"/>
          </ac:graphicFrameMkLst>
        </pc:graphicFrameChg>
        <pc:graphicFrameChg chg="mod modGraphic">
          <ac:chgData name="Aminata Ly-Gauchet" userId="eee960c4-1970-4c65-a8b6-8749cf5c4419" providerId="ADAL" clId="{FC3EFF52-7BE5-4CEC-91AE-58519AEE0F18}" dt="2026-03-27T16:21:28.086" v="1626" actId="20577"/>
          <ac:graphicFrameMkLst>
            <pc:docMk/>
            <pc:sldMk cId="3392683511" sldId="10003"/>
            <ac:graphicFrameMk id="4" creationId="{280052F5-877B-2690-93AB-F81879CE8906}"/>
          </ac:graphicFrameMkLst>
        </pc:graphicFrameChg>
      </pc:sldChg>
      <pc:sldChg chg="modSp mod">
        <pc:chgData name="Aminata Ly-Gauchet" userId="eee960c4-1970-4c65-a8b6-8749cf5c4419" providerId="ADAL" clId="{FC3EFF52-7BE5-4CEC-91AE-58519AEE0F18}" dt="2026-03-25T13:21:47.400" v="1449" actId="20577"/>
        <pc:sldMkLst>
          <pc:docMk/>
          <pc:sldMk cId="2415536028" sldId="10006"/>
        </pc:sldMkLst>
        <pc:graphicFrameChg chg="mod modGraphic">
          <ac:chgData name="Aminata Ly-Gauchet" userId="eee960c4-1970-4c65-a8b6-8749cf5c4419" providerId="ADAL" clId="{FC3EFF52-7BE5-4CEC-91AE-58519AEE0F18}" dt="2026-03-25T13:21:47.400" v="1449" actId="20577"/>
          <ac:graphicFrameMkLst>
            <pc:docMk/>
            <pc:sldMk cId="2415536028" sldId="10006"/>
            <ac:graphicFrameMk id="3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E12F0A-C2D3-4C3F-BC62-EB6878C69440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E2C6186E-17E2-4698-888C-7A9F6CC7D43E}">
      <dgm:prSet phldrT="[Text]" custT="1"/>
      <dgm:spPr/>
      <dgm:t>
        <a:bodyPr/>
        <a:lstStyle/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 err="1"/>
            <a:t>DatatHub</a:t>
          </a:r>
          <a:r>
            <a:rPr lang="fr-FR" sz="1800" b="1" kern="1200" dirty="0"/>
            <a:t> 7.4 </a:t>
          </a:r>
          <a:endParaRPr lang="fr-FR" sz="1000" b="1" kern="1200" dirty="0"/>
        </a:p>
      </dgm:t>
    </dgm:pt>
    <dgm:pt modelId="{4F69606E-8DCD-4903-900C-5D7EAD8D0B51}" type="parTrans" cxnId="{56F5EEC3-2E04-4639-8AFA-30BF4A010387}">
      <dgm:prSet/>
      <dgm:spPr/>
      <dgm:t>
        <a:bodyPr/>
        <a:lstStyle/>
        <a:p>
          <a:endParaRPr lang="fr-FR"/>
        </a:p>
      </dgm:t>
    </dgm:pt>
    <dgm:pt modelId="{9C9C3016-419C-43B6-B60C-53B2BD417C4C}" type="sibTrans" cxnId="{56F5EEC3-2E04-4639-8AFA-30BF4A010387}">
      <dgm:prSet/>
      <dgm:spPr/>
      <dgm:t>
        <a:bodyPr/>
        <a:lstStyle/>
        <a:p>
          <a:endParaRPr lang="fr-FR"/>
        </a:p>
      </dgm:t>
    </dgm:pt>
    <dgm:pt modelId="{AED35F01-DD61-4DF9-80ED-C858C1DD81E4}">
      <dgm:prSet phldrT="[Text]" custT="1"/>
      <dgm:spPr/>
      <dgm:t>
        <a:bodyPr/>
        <a:lstStyle/>
        <a:p>
          <a:r>
            <a:rPr lang="fr-FR" sz="1800" b="1" dirty="0" err="1"/>
            <a:t>DatatHub</a:t>
          </a:r>
          <a:r>
            <a:rPr lang="fr-FR" sz="1800" b="1" dirty="0"/>
            <a:t> 7.6</a:t>
          </a:r>
        </a:p>
        <a:p>
          <a:endParaRPr lang="fr-FR" sz="1000" b="1" dirty="0"/>
        </a:p>
      </dgm:t>
    </dgm:pt>
    <dgm:pt modelId="{3226F948-66D2-4B9B-A2D5-919385A12D31}" type="parTrans" cxnId="{1F8BBCE7-C2F5-42BC-BB94-4582E65EC642}">
      <dgm:prSet/>
      <dgm:spPr/>
      <dgm:t>
        <a:bodyPr/>
        <a:lstStyle/>
        <a:p>
          <a:endParaRPr lang="fr-FR"/>
        </a:p>
      </dgm:t>
    </dgm:pt>
    <dgm:pt modelId="{25DFBA50-2AF1-4A0A-8C39-DCD1989F81DC}" type="sibTrans" cxnId="{1F8BBCE7-C2F5-42BC-BB94-4582E65EC642}">
      <dgm:prSet/>
      <dgm:spPr/>
      <dgm:t>
        <a:bodyPr/>
        <a:lstStyle/>
        <a:p>
          <a:endParaRPr lang="fr-FR"/>
        </a:p>
      </dgm:t>
    </dgm:pt>
    <dgm:pt modelId="{F66E93E6-77B8-45A1-9673-36660CEE6EFB}">
      <dgm:prSet phldrT="[Text]" custT="1"/>
      <dgm:spPr/>
      <dgm:t>
        <a:bodyPr/>
        <a:lstStyle/>
        <a:p>
          <a:r>
            <a:rPr lang="fr-FR" sz="1300" dirty="0">
              <a:solidFill>
                <a:schemeClr val="tx1"/>
              </a:solidFill>
            </a:rPr>
            <a:t>Business </a:t>
          </a:r>
          <a:r>
            <a:rPr lang="fr-FR" sz="1300" dirty="0" err="1">
              <a:solidFill>
                <a:schemeClr val="tx1"/>
              </a:solidFill>
            </a:rPr>
            <a:t>rules</a:t>
          </a:r>
          <a:r>
            <a:rPr lang="fr-FR" sz="1300" dirty="0">
              <a:solidFill>
                <a:schemeClr val="tx1"/>
              </a:solidFill>
            </a:rPr>
            <a:t> </a:t>
          </a:r>
          <a:r>
            <a:rPr lang="fr-FR" sz="1300" dirty="0" err="1">
              <a:solidFill>
                <a:schemeClr val="tx1"/>
              </a:solidFill>
            </a:rPr>
            <a:t>based</a:t>
          </a:r>
          <a:r>
            <a:rPr lang="fr-FR" sz="1300" dirty="0">
              <a:solidFill>
                <a:schemeClr val="tx1"/>
              </a:solidFill>
            </a:rPr>
            <a:t> control type (Custom script)</a:t>
          </a:r>
          <a:endParaRPr lang="fr-FR" sz="1300" dirty="0"/>
        </a:p>
      </dgm:t>
    </dgm:pt>
    <dgm:pt modelId="{CA7F6642-E030-4C07-AA8E-D225937938A7}" type="sibTrans" cxnId="{5D934D41-8343-4BE1-9465-0060D790198F}">
      <dgm:prSet/>
      <dgm:spPr/>
      <dgm:t>
        <a:bodyPr/>
        <a:lstStyle/>
        <a:p>
          <a:endParaRPr lang="fr-FR"/>
        </a:p>
      </dgm:t>
    </dgm:pt>
    <dgm:pt modelId="{E48680A3-5007-491D-96EA-C4EEFF5998ED}" type="parTrans" cxnId="{5D934D41-8343-4BE1-9465-0060D790198F}">
      <dgm:prSet/>
      <dgm:spPr/>
      <dgm:t>
        <a:bodyPr/>
        <a:lstStyle/>
        <a:p>
          <a:endParaRPr lang="fr-FR"/>
        </a:p>
      </dgm:t>
    </dgm:pt>
    <dgm:pt modelId="{D4AE5F0D-39AC-43BF-A1C2-070BAB2B1AC8}">
      <dgm:prSet phldrT="[Text]" custT="1"/>
      <dgm:spPr/>
      <dgm:t>
        <a:bodyPr/>
        <a:lstStyle/>
        <a:p>
          <a:r>
            <a:rPr lang="fr-FR" sz="1300" dirty="0">
              <a:solidFill>
                <a:schemeClr val="tx1"/>
              </a:solidFill>
            </a:rPr>
            <a:t>In List / Not in List </a:t>
          </a:r>
          <a:r>
            <a:rPr lang="fr-FR" sz="1300" dirty="0" err="1">
              <a:solidFill>
                <a:schemeClr val="tx1"/>
              </a:solidFill>
            </a:rPr>
            <a:t>operators</a:t>
          </a:r>
          <a:endParaRPr lang="fr-FR" sz="1300" dirty="0">
            <a:solidFill>
              <a:schemeClr val="tx1"/>
            </a:solidFill>
          </a:endParaRPr>
        </a:p>
      </dgm:t>
    </dgm:pt>
    <dgm:pt modelId="{EDCACC8F-1B53-4DFD-8850-34ABFD4003F8}" type="parTrans" cxnId="{0CC3A99A-CF32-4C90-A35D-9A5CBC865912}">
      <dgm:prSet/>
      <dgm:spPr/>
      <dgm:t>
        <a:bodyPr/>
        <a:lstStyle/>
        <a:p>
          <a:endParaRPr lang="fr-FR"/>
        </a:p>
      </dgm:t>
    </dgm:pt>
    <dgm:pt modelId="{7FB49462-3FEA-47FA-83DC-E1F04AAEA446}" type="sibTrans" cxnId="{0CC3A99A-CF32-4C90-A35D-9A5CBC865912}">
      <dgm:prSet/>
      <dgm:spPr/>
      <dgm:t>
        <a:bodyPr/>
        <a:lstStyle/>
        <a:p>
          <a:endParaRPr lang="fr-FR"/>
        </a:p>
      </dgm:t>
    </dgm:pt>
    <dgm:pt modelId="{4D832DD4-D869-4024-ACEA-6E1C90A2BC39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New control types: Series Jump and Stale </a:t>
          </a:r>
        </a:p>
      </dgm:t>
    </dgm:pt>
    <dgm:pt modelId="{763C1461-584A-45D1-8813-54C52477B7CB}" type="parTrans" cxnId="{075F5711-D7B5-4406-9C58-4642CB7A4839}">
      <dgm:prSet/>
      <dgm:spPr/>
      <dgm:t>
        <a:bodyPr/>
        <a:lstStyle/>
        <a:p>
          <a:endParaRPr lang="fr-FR"/>
        </a:p>
      </dgm:t>
    </dgm:pt>
    <dgm:pt modelId="{28ACD50C-2104-4968-9CD2-017EC55117C8}" type="sibTrans" cxnId="{075F5711-D7B5-4406-9C58-4642CB7A4839}">
      <dgm:prSet/>
      <dgm:spPr/>
      <dgm:t>
        <a:bodyPr/>
        <a:lstStyle/>
        <a:p>
          <a:endParaRPr lang="fr-FR"/>
        </a:p>
      </dgm:t>
    </dgm:pt>
    <dgm:pt modelId="{34FBBF64-1D61-4168-923D-CD8606F92D95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Bug Fixes on control </a:t>
          </a:r>
          <a:r>
            <a:rPr lang="fr-FR" sz="1300" kern="1200" dirty="0" err="1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rule</a:t>
          </a:r>
          <a:r>
            <a:rPr lang="fr-FR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 execution </a:t>
          </a:r>
          <a:r>
            <a:rPr lang="fr-FR" sz="1300" kern="1200" dirty="0" err="1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tracking</a:t>
          </a: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</dgm:t>
    </dgm:pt>
    <dgm:pt modelId="{B13E4EE5-1985-414C-AD8B-3940C837E142}" type="parTrans" cxnId="{52B64D13-34EC-43D8-9A76-6577B2F4E482}">
      <dgm:prSet/>
      <dgm:spPr/>
      <dgm:t>
        <a:bodyPr/>
        <a:lstStyle/>
        <a:p>
          <a:endParaRPr lang="fr-FR"/>
        </a:p>
      </dgm:t>
    </dgm:pt>
    <dgm:pt modelId="{BF74704E-0B1B-4EB0-B958-7A553DF7DF23}" type="sibTrans" cxnId="{52B64D13-34EC-43D8-9A76-6577B2F4E482}">
      <dgm:prSet/>
      <dgm:spPr/>
      <dgm:t>
        <a:bodyPr/>
        <a:lstStyle/>
        <a:p>
          <a:endParaRPr lang="fr-FR"/>
        </a:p>
      </dgm:t>
    </dgm:pt>
    <dgm:pt modelId="{CBF11624-3487-4AD2-950C-ABED064E874D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b="1" kern="1200" dirty="0" err="1"/>
            <a:t>DatatHub</a:t>
          </a:r>
          <a:r>
            <a:rPr lang="fr-FR" sz="1800" b="1" kern="1200" dirty="0"/>
            <a:t> 7. 5	</a:t>
          </a:r>
          <a:endParaRPr lang="fr-FR" sz="18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</dgm:t>
    </dgm:pt>
    <dgm:pt modelId="{9D37E597-AB29-4758-959C-82D1CD6881B9}" type="parTrans" cxnId="{CF7B18C6-7FD8-49FD-9100-914632D0ACE9}">
      <dgm:prSet/>
      <dgm:spPr/>
      <dgm:t>
        <a:bodyPr/>
        <a:lstStyle/>
        <a:p>
          <a:endParaRPr lang="fr-FR"/>
        </a:p>
      </dgm:t>
    </dgm:pt>
    <dgm:pt modelId="{0ABAEEDA-31C0-4551-80B6-444070EE4A1B}" type="sibTrans" cxnId="{CF7B18C6-7FD8-49FD-9100-914632D0ACE9}">
      <dgm:prSet/>
      <dgm:spPr/>
      <dgm:t>
        <a:bodyPr/>
        <a:lstStyle/>
        <a:p>
          <a:endParaRPr lang="fr-FR"/>
        </a:p>
      </dgm:t>
    </dgm:pt>
    <dgm:pt modelId="{2115ACD2-91C6-4935-BD78-B081497F1C83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</dgm:t>
    </dgm:pt>
    <dgm:pt modelId="{EDE81AB6-68B0-4167-8064-98BF2CF1F6C1}" type="parTrans" cxnId="{F19A12FC-6649-4373-814B-2A3B471CF914}">
      <dgm:prSet/>
      <dgm:spPr/>
      <dgm:t>
        <a:bodyPr/>
        <a:lstStyle/>
        <a:p>
          <a:endParaRPr lang="fr-FR"/>
        </a:p>
      </dgm:t>
    </dgm:pt>
    <dgm:pt modelId="{43CBCA18-8A4A-40FD-9CD1-A2DB97B391EF}" type="sibTrans" cxnId="{F19A12FC-6649-4373-814B-2A3B471CF914}">
      <dgm:prSet/>
      <dgm:spPr/>
      <dgm:t>
        <a:bodyPr/>
        <a:lstStyle/>
        <a:p>
          <a:endParaRPr lang="fr-FR"/>
        </a:p>
      </dgm:t>
    </dgm:pt>
    <dgm:pt modelId="{1D419C3F-8148-49AB-B2AD-A57A87A4845E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fr-FR" sz="1300" kern="1200" dirty="0">
              <a:solidFill>
                <a:schemeClr val="tx1"/>
              </a:solidFill>
            </a:rPr>
            <a:t>Auto-</a:t>
          </a:r>
          <a:r>
            <a:rPr lang="fr-FR" sz="1300" kern="1200" dirty="0" err="1">
              <a:solidFill>
                <a:schemeClr val="tx1"/>
              </a:solidFill>
            </a:rPr>
            <a:t>triggered</a:t>
          </a:r>
          <a:r>
            <a:rPr lang="fr-FR" sz="1300" kern="1200" dirty="0">
              <a:solidFill>
                <a:schemeClr val="tx1"/>
              </a:solidFill>
            </a:rPr>
            <a:t> DQC on </a:t>
          </a:r>
          <a:r>
            <a:rPr lang="fr-FR" sz="1300" kern="1200" dirty="0" err="1">
              <a:solidFill>
                <a:schemeClr val="tx1"/>
              </a:solidFill>
            </a:rPr>
            <a:t>object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saved</a:t>
          </a:r>
          <a:r>
            <a:rPr lang="fr-FR" sz="1300" kern="1200" dirty="0">
              <a:solidFill>
                <a:schemeClr val="tx1"/>
              </a:solidFill>
            </a:rPr>
            <a:t> </a:t>
          </a: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</dgm:t>
    </dgm:pt>
    <dgm:pt modelId="{4274AA1D-D988-4186-AB36-9A4D92E563CD}" type="parTrans" cxnId="{57014DE2-B6CE-4F7F-A900-AB3830CAB91B}">
      <dgm:prSet/>
      <dgm:spPr/>
      <dgm:t>
        <a:bodyPr/>
        <a:lstStyle/>
        <a:p>
          <a:endParaRPr lang="fr-FR"/>
        </a:p>
      </dgm:t>
    </dgm:pt>
    <dgm:pt modelId="{07BF8A40-16AE-494E-9C93-D353C3CE5884}" type="sibTrans" cxnId="{57014DE2-B6CE-4F7F-A900-AB3830CAB91B}">
      <dgm:prSet/>
      <dgm:spPr/>
      <dgm:t>
        <a:bodyPr/>
        <a:lstStyle/>
        <a:p>
          <a:endParaRPr lang="fr-FR"/>
        </a:p>
      </dgm:t>
    </dgm:pt>
    <dgm:pt modelId="{474B1D62-C253-4D0B-B662-7BDB9C0B54AD}">
      <dgm:prSet phldrT="[Text]" custT="1"/>
      <dgm:spPr/>
      <dgm:t>
        <a:bodyPr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fr-FR" sz="1300" kern="1200" dirty="0">
              <a:solidFill>
                <a:schemeClr val="tx1"/>
              </a:solidFill>
            </a:rPr>
            <a:t>Dynamic validation of control clause data </a:t>
          </a:r>
          <a:r>
            <a:rPr lang="fr-FR" sz="1300" kern="1200" dirty="0" err="1">
              <a:solidFill>
                <a:schemeClr val="tx1"/>
              </a:solidFill>
            </a:rPr>
            <a:t>consistency</a:t>
          </a: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</dgm:t>
    </dgm:pt>
    <dgm:pt modelId="{F105BD96-6489-43C2-BC25-B10556527B62}" type="parTrans" cxnId="{667A8C1A-EF78-4AF1-8B9C-23A297DDD324}">
      <dgm:prSet/>
      <dgm:spPr/>
      <dgm:t>
        <a:bodyPr/>
        <a:lstStyle/>
        <a:p>
          <a:endParaRPr lang="fr-FR"/>
        </a:p>
      </dgm:t>
    </dgm:pt>
    <dgm:pt modelId="{E51DD69E-2617-45F6-BAB1-6F7E4AB84C00}" type="sibTrans" cxnId="{667A8C1A-EF78-4AF1-8B9C-23A297DDD324}">
      <dgm:prSet/>
      <dgm:spPr/>
      <dgm:t>
        <a:bodyPr/>
        <a:lstStyle/>
        <a:p>
          <a:endParaRPr lang="fr-FR"/>
        </a:p>
      </dgm:t>
    </dgm:pt>
    <dgm:pt modelId="{D244CC75-BA52-4660-8024-B00952461C86}">
      <dgm:prSet phldrT="[Text]" custT="1"/>
      <dgm:spPr/>
      <dgm:t>
        <a:bodyPr/>
        <a:lstStyle/>
        <a:p>
          <a:r>
            <a:rPr lang="fr-FR" sz="1300" dirty="0">
              <a:solidFill>
                <a:schemeClr val="tx1"/>
              </a:solidFill>
            </a:rPr>
            <a:t>Relative date </a:t>
          </a:r>
          <a:r>
            <a:rPr lang="fr-FR" sz="1300" dirty="0" err="1">
              <a:solidFill>
                <a:schemeClr val="tx1"/>
              </a:solidFill>
            </a:rPr>
            <a:t>operators</a:t>
          </a:r>
          <a:r>
            <a:rPr lang="fr-FR" sz="1300" dirty="0">
              <a:solidFill>
                <a:schemeClr val="tx1"/>
              </a:solidFill>
            </a:rPr>
            <a:t> </a:t>
          </a:r>
        </a:p>
      </dgm:t>
    </dgm:pt>
    <dgm:pt modelId="{B10EF4D4-75DA-465B-98D8-C43F61639594}" type="parTrans" cxnId="{FE428024-ACC6-45D1-9129-2EB4C51449DD}">
      <dgm:prSet/>
      <dgm:spPr/>
      <dgm:t>
        <a:bodyPr/>
        <a:lstStyle/>
        <a:p>
          <a:endParaRPr lang="fr-FR"/>
        </a:p>
      </dgm:t>
    </dgm:pt>
    <dgm:pt modelId="{53B99D0B-753C-4092-B8B7-DDC4D4B395FD}" type="sibTrans" cxnId="{FE428024-ACC6-45D1-9129-2EB4C51449DD}">
      <dgm:prSet/>
      <dgm:spPr/>
      <dgm:t>
        <a:bodyPr/>
        <a:lstStyle/>
        <a:p>
          <a:endParaRPr lang="fr-FR"/>
        </a:p>
      </dgm:t>
    </dgm:pt>
    <dgm:pt modelId="{1101DE38-DDB1-4494-A921-65A29F2492F9}" type="pres">
      <dgm:prSet presAssocID="{99E12F0A-C2D3-4C3F-BC62-EB6878C69440}" presName="Name0" presStyleCnt="0">
        <dgm:presLayoutVars>
          <dgm:dir/>
          <dgm:resizeHandles val="exact"/>
        </dgm:presLayoutVars>
      </dgm:prSet>
      <dgm:spPr/>
    </dgm:pt>
    <dgm:pt modelId="{094ED6F6-CF82-4E90-81B8-926F9DBCBEEE}" type="pres">
      <dgm:prSet presAssocID="{E2C6186E-17E2-4698-888C-7A9F6CC7D43E}" presName="node" presStyleLbl="node1" presStyleIdx="0" presStyleCnt="3">
        <dgm:presLayoutVars>
          <dgm:bulletEnabled val="1"/>
        </dgm:presLayoutVars>
      </dgm:prSet>
      <dgm:spPr/>
    </dgm:pt>
    <dgm:pt modelId="{7D6435E4-2CCF-4376-BDE2-0600DBDE9ADD}" type="pres">
      <dgm:prSet presAssocID="{9C9C3016-419C-43B6-B60C-53B2BD417C4C}" presName="sibTrans" presStyleLbl="sibTrans2D1" presStyleIdx="0" presStyleCnt="2"/>
      <dgm:spPr/>
    </dgm:pt>
    <dgm:pt modelId="{4931F2C2-5777-40AD-90EA-3100572FC0FF}" type="pres">
      <dgm:prSet presAssocID="{9C9C3016-419C-43B6-B60C-53B2BD417C4C}" presName="connectorText" presStyleLbl="sibTrans2D1" presStyleIdx="0" presStyleCnt="2"/>
      <dgm:spPr/>
    </dgm:pt>
    <dgm:pt modelId="{8C1DFF4A-C0CB-4ACC-BB94-7D7D579CE1B4}" type="pres">
      <dgm:prSet presAssocID="{CBF11624-3487-4AD2-950C-ABED064E874D}" presName="node" presStyleLbl="node1" presStyleIdx="1" presStyleCnt="3">
        <dgm:presLayoutVars>
          <dgm:bulletEnabled val="1"/>
        </dgm:presLayoutVars>
      </dgm:prSet>
      <dgm:spPr/>
    </dgm:pt>
    <dgm:pt modelId="{5FE22430-0B58-4CF8-9402-E41207951E61}" type="pres">
      <dgm:prSet presAssocID="{0ABAEEDA-31C0-4551-80B6-444070EE4A1B}" presName="sibTrans" presStyleLbl="sibTrans2D1" presStyleIdx="1" presStyleCnt="2"/>
      <dgm:spPr/>
    </dgm:pt>
    <dgm:pt modelId="{C89C47C1-0261-4391-A407-304A6D10A552}" type="pres">
      <dgm:prSet presAssocID="{0ABAEEDA-31C0-4551-80B6-444070EE4A1B}" presName="connectorText" presStyleLbl="sibTrans2D1" presStyleIdx="1" presStyleCnt="2"/>
      <dgm:spPr/>
    </dgm:pt>
    <dgm:pt modelId="{43C8AA18-8E0E-45FB-AD62-17209903109E}" type="pres">
      <dgm:prSet presAssocID="{AED35F01-DD61-4DF9-80ED-C858C1DD81E4}" presName="node" presStyleLbl="node1" presStyleIdx="2" presStyleCnt="3">
        <dgm:presLayoutVars>
          <dgm:bulletEnabled val="1"/>
        </dgm:presLayoutVars>
      </dgm:prSet>
      <dgm:spPr/>
    </dgm:pt>
  </dgm:ptLst>
  <dgm:cxnLst>
    <dgm:cxn modelId="{AD8A5905-C6DE-4FE0-87A3-99F7BE13FF39}" type="presOf" srcId="{1D419C3F-8148-49AB-B2AD-A57A87A4845E}" destId="{8C1DFF4A-C0CB-4ACC-BB94-7D7D579CE1B4}" srcOrd="0" destOrd="3" presId="urn:microsoft.com/office/officeart/2005/8/layout/process1"/>
    <dgm:cxn modelId="{075F5711-D7B5-4406-9C58-4642CB7A4839}" srcId="{E2C6186E-17E2-4698-888C-7A9F6CC7D43E}" destId="{4D832DD4-D869-4024-ACEA-6E1C90A2BC39}" srcOrd="0" destOrd="0" parTransId="{763C1461-584A-45D1-8813-54C52477B7CB}" sibTransId="{28ACD50C-2104-4968-9CD2-017EC55117C8}"/>
    <dgm:cxn modelId="{52B64D13-34EC-43D8-9A76-6577B2F4E482}" srcId="{E2C6186E-17E2-4698-888C-7A9F6CC7D43E}" destId="{34FBBF64-1D61-4168-923D-CD8606F92D95}" srcOrd="1" destOrd="0" parTransId="{B13E4EE5-1985-414C-AD8B-3940C837E142}" sibTransId="{BF74704E-0B1B-4EB0-B958-7A553DF7DF23}"/>
    <dgm:cxn modelId="{667A8C1A-EF78-4AF1-8B9C-23A297DDD324}" srcId="{CBF11624-3487-4AD2-950C-ABED064E874D}" destId="{474B1D62-C253-4D0B-B662-7BDB9C0B54AD}" srcOrd="1" destOrd="0" parTransId="{F105BD96-6489-43C2-BC25-B10556527B62}" sibTransId="{E51DD69E-2617-45F6-BAB1-6F7E4AB84C00}"/>
    <dgm:cxn modelId="{FE428024-ACC6-45D1-9129-2EB4C51449DD}" srcId="{AED35F01-DD61-4DF9-80ED-C858C1DD81E4}" destId="{D244CC75-BA52-4660-8024-B00952461C86}" srcOrd="2" destOrd="0" parTransId="{B10EF4D4-75DA-465B-98D8-C43F61639594}" sibTransId="{53B99D0B-753C-4092-B8B7-DDC4D4B395FD}"/>
    <dgm:cxn modelId="{57E2842E-4F31-4429-9080-BEF07DE32254}" type="presOf" srcId="{0ABAEEDA-31C0-4551-80B6-444070EE4A1B}" destId="{5FE22430-0B58-4CF8-9402-E41207951E61}" srcOrd="0" destOrd="0" presId="urn:microsoft.com/office/officeart/2005/8/layout/process1"/>
    <dgm:cxn modelId="{B2144935-5EE4-4AE1-9770-24063243B3F6}" type="presOf" srcId="{9C9C3016-419C-43B6-B60C-53B2BD417C4C}" destId="{4931F2C2-5777-40AD-90EA-3100572FC0FF}" srcOrd="1" destOrd="0" presId="urn:microsoft.com/office/officeart/2005/8/layout/process1"/>
    <dgm:cxn modelId="{B35C7E40-2D10-4789-8C0A-5DA9C704CCEF}" type="presOf" srcId="{9C9C3016-419C-43B6-B60C-53B2BD417C4C}" destId="{7D6435E4-2CCF-4376-BDE2-0600DBDE9ADD}" srcOrd="0" destOrd="0" presId="urn:microsoft.com/office/officeart/2005/8/layout/process1"/>
    <dgm:cxn modelId="{5D934D41-8343-4BE1-9465-0060D790198F}" srcId="{AED35F01-DD61-4DF9-80ED-C858C1DD81E4}" destId="{F66E93E6-77B8-45A1-9673-36660CEE6EFB}" srcOrd="0" destOrd="0" parTransId="{E48680A3-5007-491D-96EA-C4EEFF5998ED}" sibTransId="{CA7F6642-E030-4C07-AA8E-D225937938A7}"/>
    <dgm:cxn modelId="{D6F81F4F-B090-4BA1-95BA-0D0599BD6230}" type="presOf" srcId="{474B1D62-C253-4D0B-B662-7BDB9C0B54AD}" destId="{8C1DFF4A-C0CB-4ACC-BB94-7D7D579CE1B4}" srcOrd="0" destOrd="2" presId="urn:microsoft.com/office/officeart/2005/8/layout/process1"/>
    <dgm:cxn modelId="{EA5F997A-9DB8-44DF-B15F-51311356D3A7}" type="presOf" srcId="{2115ACD2-91C6-4935-BD78-B081497F1C83}" destId="{8C1DFF4A-C0CB-4ACC-BB94-7D7D579CE1B4}" srcOrd="0" destOrd="1" presId="urn:microsoft.com/office/officeart/2005/8/layout/process1"/>
    <dgm:cxn modelId="{BB274881-E11E-49D6-874E-F17914F992EA}" type="presOf" srcId="{99E12F0A-C2D3-4C3F-BC62-EB6878C69440}" destId="{1101DE38-DDB1-4494-A921-65A29F2492F9}" srcOrd="0" destOrd="0" presId="urn:microsoft.com/office/officeart/2005/8/layout/process1"/>
    <dgm:cxn modelId="{30CDD990-F913-42EE-904F-B6203A1F6366}" type="presOf" srcId="{0ABAEEDA-31C0-4551-80B6-444070EE4A1B}" destId="{C89C47C1-0261-4391-A407-304A6D10A552}" srcOrd="1" destOrd="0" presId="urn:microsoft.com/office/officeart/2005/8/layout/process1"/>
    <dgm:cxn modelId="{0645E795-484A-4176-8A41-2943F2A94A25}" type="presOf" srcId="{34FBBF64-1D61-4168-923D-CD8606F92D95}" destId="{094ED6F6-CF82-4E90-81B8-926F9DBCBEEE}" srcOrd="0" destOrd="2" presId="urn:microsoft.com/office/officeart/2005/8/layout/process1"/>
    <dgm:cxn modelId="{0CC3A99A-CF32-4C90-A35D-9A5CBC865912}" srcId="{AED35F01-DD61-4DF9-80ED-C858C1DD81E4}" destId="{D4AE5F0D-39AC-43BF-A1C2-070BAB2B1AC8}" srcOrd="1" destOrd="0" parTransId="{EDCACC8F-1B53-4DFD-8850-34ABFD4003F8}" sibTransId="{7FB49462-3FEA-47FA-83DC-E1F04AAEA446}"/>
    <dgm:cxn modelId="{AADD1CA6-34F5-4F76-B3B5-EA2EB615DF8C}" type="presOf" srcId="{E2C6186E-17E2-4698-888C-7A9F6CC7D43E}" destId="{094ED6F6-CF82-4E90-81B8-926F9DBCBEEE}" srcOrd="0" destOrd="0" presId="urn:microsoft.com/office/officeart/2005/8/layout/process1"/>
    <dgm:cxn modelId="{13EE14BE-09EB-4F07-9870-BBADB8C22C1D}" type="presOf" srcId="{D4AE5F0D-39AC-43BF-A1C2-070BAB2B1AC8}" destId="{43C8AA18-8E0E-45FB-AD62-17209903109E}" srcOrd="0" destOrd="2" presId="urn:microsoft.com/office/officeart/2005/8/layout/process1"/>
    <dgm:cxn modelId="{56F5EEC3-2E04-4639-8AFA-30BF4A010387}" srcId="{99E12F0A-C2D3-4C3F-BC62-EB6878C69440}" destId="{E2C6186E-17E2-4698-888C-7A9F6CC7D43E}" srcOrd="0" destOrd="0" parTransId="{4F69606E-8DCD-4903-900C-5D7EAD8D0B51}" sibTransId="{9C9C3016-419C-43B6-B60C-53B2BD417C4C}"/>
    <dgm:cxn modelId="{CF7B18C6-7FD8-49FD-9100-914632D0ACE9}" srcId="{99E12F0A-C2D3-4C3F-BC62-EB6878C69440}" destId="{CBF11624-3487-4AD2-950C-ABED064E874D}" srcOrd="1" destOrd="0" parTransId="{9D37E597-AB29-4758-959C-82D1CD6881B9}" sibTransId="{0ABAEEDA-31C0-4551-80B6-444070EE4A1B}"/>
    <dgm:cxn modelId="{3023C9CA-E10B-4303-95E4-49FF1842E03B}" type="presOf" srcId="{CBF11624-3487-4AD2-950C-ABED064E874D}" destId="{8C1DFF4A-C0CB-4ACC-BB94-7D7D579CE1B4}" srcOrd="0" destOrd="0" presId="urn:microsoft.com/office/officeart/2005/8/layout/process1"/>
    <dgm:cxn modelId="{2725E8D6-2030-4CD3-BDC6-D47819409331}" type="presOf" srcId="{AED35F01-DD61-4DF9-80ED-C858C1DD81E4}" destId="{43C8AA18-8E0E-45FB-AD62-17209903109E}" srcOrd="0" destOrd="0" presId="urn:microsoft.com/office/officeart/2005/8/layout/process1"/>
    <dgm:cxn modelId="{752565DA-969D-406E-8281-6735E639F2F5}" type="presOf" srcId="{D244CC75-BA52-4660-8024-B00952461C86}" destId="{43C8AA18-8E0E-45FB-AD62-17209903109E}" srcOrd="0" destOrd="3" presId="urn:microsoft.com/office/officeart/2005/8/layout/process1"/>
    <dgm:cxn modelId="{43387DDF-BB72-44EA-B861-B5B86888D9CA}" type="presOf" srcId="{F66E93E6-77B8-45A1-9673-36660CEE6EFB}" destId="{43C8AA18-8E0E-45FB-AD62-17209903109E}" srcOrd="0" destOrd="1" presId="urn:microsoft.com/office/officeart/2005/8/layout/process1"/>
    <dgm:cxn modelId="{57014DE2-B6CE-4F7F-A900-AB3830CAB91B}" srcId="{CBF11624-3487-4AD2-950C-ABED064E874D}" destId="{1D419C3F-8148-49AB-B2AD-A57A87A4845E}" srcOrd="2" destOrd="0" parTransId="{4274AA1D-D988-4186-AB36-9A4D92E563CD}" sibTransId="{07BF8A40-16AE-494E-9C93-D353C3CE5884}"/>
    <dgm:cxn modelId="{1F8BBCE7-C2F5-42BC-BB94-4582E65EC642}" srcId="{99E12F0A-C2D3-4C3F-BC62-EB6878C69440}" destId="{AED35F01-DD61-4DF9-80ED-C858C1DD81E4}" srcOrd="2" destOrd="0" parTransId="{3226F948-66D2-4B9B-A2D5-919385A12D31}" sibTransId="{25DFBA50-2AF1-4A0A-8C39-DCD1989F81DC}"/>
    <dgm:cxn modelId="{0CF867F9-523D-4331-9566-4C9DAA985C27}" type="presOf" srcId="{4D832DD4-D869-4024-ACEA-6E1C90A2BC39}" destId="{094ED6F6-CF82-4E90-81B8-926F9DBCBEEE}" srcOrd="0" destOrd="1" presId="urn:microsoft.com/office/officeart/2005/8/layout/process1"/>
    <dgm:cxn modelId="{F19A12FC-6649-4373-814B-2A3B471CF914}" srcId="{CBF11624-3487-4AD2-950C-ABED064E874D}" destId="{2115ACD2-91C6-4935-BD78-B081497F1C83}" srcOrd="0" destOrd="0" parTransId="{EDE81AB6-68B0-4167-8064-98BF2CF1F6C1}" sibTransId="{43CBCA18-8A4A-40FD-9CD1-A2DB97B391EF}"/>
    <dgm:cxn modelId="{4C0DCF66-8755-4EB3-9D61-A2753A93750E}" type="presParOf" srcId="{1101DE38-DDB1-4494-A921-65A29F2492F9}" destId="{094ED6F6-CF82-4E90-81B8-926F9DBCBEEE}" srcOrd="0" destOrd="0" presId="urn:microsoft.com/office/officeart/2005/8/layout/process1"/>
    <dgm:cxn modelId="{A82F6A3B-09DC-4443-A402-17AD3D3722CA}" type="presParOf" srcId="{1101DE38-DDB1-4494-A921-65A29F2492F9}" destId="{7D6435E4-2CCF-4376-BDE2-0600DBDE9ADD}" srcOrd="1" destOrd="0" presId="urn:microsoft.com/office/officeart/2005/8/layout/process1"/>
    <dgm:cxn modelId="{263EBBB4-CB09-4BD0-ACE5-5BECF6A4153F}" type="presParOf" srcId="{7D6435E4-2CCF-4376-BDE2-0600DBDE9ADD}" destId="{4931F2C2-5777-40AD-90EA-3100572FC0FF}" srcOrd="0" destOrd="0" presId="urn:microsoft.com/office/officeart/2005/8/layout/process1"/>
    <dgm:cxn modelId="{E9BB057B-82EB-45C6-9E21-BB97776C5A3E}" type="presParOf" srcId="{1101DE38-DDB1-4494-A921-65A29F2492F9}" destId="{8C1DFF4A-C0CB-4ACC-BB94-7D7D579CE1B4}" srcOrd="2" destOrd="0" presId="urn:microsoft.com/office/officeart/2005/8/layout/process1"/>
    <dgm:cxn modelId="{6EC469E2-74F5-48C6-8563-B4775404099D}" type="presParOf" srcId="{1101DE38-DDB1-4494-A921-65A29F2492F9}" destId="{5FE22430-0B58-4CF8-9402-E41207951E61}" srcOrd="3" destOrd="0" presId="urn:microsoft.com/office/officeart/2005/8/layout/process1"/>
    <dgm:cxn modelId="{A2D60E45-05C7-417F-A15D-DA4D78DB9ECC}" type="presParOf" srcId="{5FE22430-0B58-4CF8-9402-E41207951E61}" destId="{C89C47C1-0261-4391-A407-304A6D10A552}" srcOrd="0" destOrd="0" presId="urn:microsoft.com/office/officeart/2005/8/layout/process1"/>
    <dgm:cxn modelId="{7927AA6F-7B8F-4E0C-9C69-3D289F3EEBF0}" type="presParOf" srcId="{1101DE38-DDB1-4494-A921-65A29F2492F9}" destId="{43C8AA18-8E0E-45FB-AD62-17209903109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E12F0A-C2D3-4C3F-BC62-EB6878C69440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E2C6186E-17E2-4698-888C-7A9F6CC7D43E}">
      <dgm:prSet phldrT="[Text]" custT="1"/>
      <dgm:spPr/>
      <dgm:t>
        <a:bodyPr/>
        <a:lstStyle/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 err="1"/>
            <a:t>DataHub</a:t>
          </a:r>
          <a:r>
            <a:rPr lang="fr-FR" sz="1800" b="1" kern="1200" dirty="0"/>
            <a:t> 7.7</a:t>
          </a:r>
        </a:p>
      </dgm:t>
    </dgm:pt>
    <dgm:pt modelId="{4F69606E-8DCD-4903-900C-5D7EAD8D0B51}" type="parTrans" cxnId="{56F5EEC3-2E04-4639-8AFA-30BF4A010387}">
      <dgm:prSet/>
      <dgm:spPr/>
      <dgm:t>
        <a:bodyPr/>
        <a:lstStyle/>
        <a:p>
          <a:endParaRPr lang="fr-FR"/>
        </a:p>
      </dgm:t>
    </dgm:pt>
    <dgm:pt modelId="{9C9C3016-419C-43B6-B60C-53B2BD417C4C}" type="sibTrans" cxnId="{56F5EEC3-2E04-4639-8AFA-30BF4A010387}">
      <dgm:prSet/>
      <dgm:spPr/>
      <dgm:t>
        <a:bodyPr/>
        <a:lstStyle/>
        <a:p>
          <a:endParaRPr lang="fr-FR"/>
        </a:p>
      </dgm:t>
    </dgm:pt>
    <dgm:pt modelId="{17320C64-63CC-48DF-9F80-B84A68110898}">
      <dgm:prSet phldrT="[Text]" custT="1"/>
      <dgm:spPr/>
      <dgm:t>
        <a:bodyPr/>
        <a:lstStyle/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fr-FR" sz="1300" kern="1200" dirty="0">
              <a:solidFill>
                <a:schemeClr val="tx1"/>
              </a:solidFill>
            </a:rPr>
            <a:t>Control Builder</a:t>
          </a:r>
        </a:p>
      </dgm:t>
    </dgm:pt>
    <dgm:pt modelId="{38625646-CF92-40DC-9EA8-C94520AB74E1}" type="parTrans" cxnId="{58860AB6-A3B5-41FF-B056-BE7D8F2849CB}">
      <dgm:prSet/>
      <dgm:spPr/>
      <dgm:t>
        <a:bodyPr/>
        <a:lstStyle/>
        <a:p>
          <a:endParaRPr lang="fr-FR"/>
        </a:p>
      </dgm:t>
    </dgm:pt>
    <dgm:pt modelId="{86CCE634-CC44-483E-BA04-C3FDD1AB482B}" type="sibTrans" cxnId="{58860AB6-A3B5-41FF-B056-BE7D8F2849CB}">
      <dgm:prSet/>
      <dgm:spPr/>
      <dgm:t>
        <a:bodyPr/>
        <a:lstStyle/>
        <a:p>
          <a:endParaRPr lang="fr-FR"/>
        </a:p>
      </dgm:t>
    </dgm:pt>
    <dgm:pt modelId="{C74A1F04-9467-420D-A1FF-2F6A751DA2AF}">
      <dgm:prSet phldrT="[Text]" custT="1"/>
      <dgm:spPr/>
      <dgm:t>
        <a:bodyPr/>
        <a:lstStyle/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fr-FR" sz="1300" kern="1200" dirty="0">
              <a:solidFill>
                <a:schemeClr val="tx1"/>
              </a:solidFill>
            </a:rPr>
            <a:t>Control </a:t>
          </a:r>
          <a:r>
            <a:rPr lang="fr-FR" sz="1300" kern="1200" dirty="0" err="1">
              <a:solidFill>
                <a:schemeClr val="tx1"/>
              </a:solidFill>
            </a:rPr>
            <a:t>between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field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from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Linked</a:t>
          </a:r>
          <a:r>
            <a:rPr lang="fr-FR" sz="1300" kern="1200" dirty="0">
              <a:solidFill>
                <a:schemeClr val="tx1"/>
              </a:solidFill>
            </a:rPr>
            <a:t> business class</a:t>
          </a:r>
        </a:p>
      </dgm:t>
    </dgm:pt>
    <dgm:pt modelId="{215567AC-25E7-4491-A47B-539EEE8617FE}" type="parTrans" cxnId="{55765DD1-0D3E-435B-A85D-5B0CC923937A}">
      <dgm:prSet/>
      <dgm:spPr/>
      <dgm:t>
        <a:bodyPr/>
        <a:lstStyle/>
        <a:p>
          <a:endParaRPr lang="fr-FR"/>
        </a:p>
      </dgm:t>
    </dgm:pt>
    <dgm:pt modelId="{7D4C7123-3525-4B07-9C48-CAE970E8B062}" type="sibTrans" cxnId="{55765DD1-0D3E-435B-A85D-5B0CC923937A}">
      <dgm:prSet/>
      <dgm:spPr/>
      <dgm:t>
        <a:bodyPr/>
        <a:lstStyle/>
        <a:p>
          <a:endParaRPr lang="fr-FR"/>
        </a:p>
      </dgm:t>
    </dgm:pt>
    <dgm:pt modelId="{42DFB0EB-ACDA-450A-9C57-5C7C2543D992}">
      <dgm:prSet phldrT="[Text]" custT="1"/>
      <dgm:spPr/>
      <dgm:t>
        <a:bodyPr/>
        <a:lstStyle/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fr-FR" sz="1300" kern="1200" dirty="0">
              <a:solidFill>
                <a:schemeClr val="tx1"/>
              </a:solidFill>
            </a:rPr>
            <a:t>Auto-</a:t>
          </a:r>
          <a:r>
            <a:rPr lang="fr-FR" sz="1300" kern="1200" dirty="0" err="1">
              <a:solidFill>
                <a:schemeClr val="tx1"/>
              </a:solidFill>
            </a:rPr>
            <a:t>triggered</a:t>
          </a:r>
          <a:r>
            <a:rPr lang="fr-FR" sz="1300" kern="1200" dirty="0">
              <a:solidFill>
                <a:schemeClr val="tx1"/>
              </a:solidFill>
            </a:rPr>
            <a:t> DQC: Field </a:t>
          </a:r>
          <a:r>
            <a:rPr lang="fr-FR" sz="1300" kern="1200" dirty="0" err="1">
              <a:solidFill>
                <a:schemeClr val="tx1"/>
              </a:solidFill>
            </a:rPr>
            <a:t>Changed</a:t>
          </a:r>
          <a:r>
            <a:rPr lang="fr-FR" sz="1300" kern="1200" dirty="0">
              <a:solidFill>
                <a:schemeClr val="tx1"/>
              </a:solidFill>
            </a:rPr>
            <a:t> and Object to </a:t>
          </a:r>
          <a:r>
            <a:rPr lang="fr-FR" sz="1300" kern="1200" dirty="0" err="1">
              <a:solidFill>
                <a:schemeClr val="tx1"/>
              </a:solidFill>
            </a:rPr>
            <a:t>be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Saved</a:t>
          </a:r>
          <a:endParaRPr lang="fr-FR" sz="1300" kern="1200" dirty="0">
            <a:solidFill>
              <a:schemeClr val="tx1"/>
            </a:solidFill>
          </a:endParaRPr>
        </a:p>
      </dgm:t>
    </dgm:pt>
    <dgm:pt modelId="{8827BCB5-3DA4-4765-95B6-85DB4C9D19B9}" type="parTrans" cxnId="{CA8210E1-09C2-4893-AB84-B02B08B6C286}">
      <dgm:prSet/>
      <dgm:spPr/>
      <dgm:t>
        <a:bodyPr/>
        <a:lstStyle/>
        <a:p>
          <a:endParaRPr lang="fr-FR"/>
        </a:p>
      </dgm:t>
    </dgm:pt>
    <dgm:pt modelId="{2CC5C7E9-624F-4278-9BA4-87402C04E9FC}" type="sibTrans" cxnId="{CA8210E1-09C2-4893-AB84-B02B08B6C286}">
      <dgm:prSet/>
      <dgm:spPr/>
      <dgm:t>
        <a:bodyPr/>
        <a:lstStyle/>
        <a:p>
          <a:endParaRPr lang="fr-FR"/>
        </a:p>
      </dgm:t>
    </dgm:pt>
    <dgm:pt modelId="{A446123F-06D7-432B-A71B-8F5D7A23EF99}">
      <dgm:prSet phldrT="[Text]" custT="1"/>
      <dgm:spPr/>
      <dgm:t>
        <a:bodyPr/>
        <a:lstStyle/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Execute control on historical time series data</a:t>
          </a:r>
          <a:endParaRPr lang="fr-FR" sz="1300" kern="1200" dirty="0">
            <a:solidFill>
              <a:schemeClr val="tx1"/>
            </a:solidFill>
          </a:endParaRPr>
        </a:p>
      </dgm:t>
    </dgm:pt>
    <dgm:pt modelId="{541EF4C1-CF04-4381-A70D-FFA2875375DE}" type="parTrans" cxnId="{58A47A75-A20A-4500-BFBB-426A5B705E38}">
      <dgm:prSet/>
      <dgm:spPr/>
      <dgm:t>
        <a:bodyPr/>
        <a:lstStyle/>
        <a:p>
          <a:endParaRPr lang="fr-FR"/>
        </a:p>
      </dgm:t>
    </dgm:pt>
    <dgm:pt modelId="{6D595DEF-8B31-4953-A212-5CEE9523D12A}" type="sibTrans" cxnId="{58A47A75-A20A-4500-BFBB-426A5B705E38}">
      <dgm:prSet/>
      <dgm:spPr/>
      <dgm:t>
        <a:bodyPr/>
        <a:lstStyle/>
        <a:p>
          <a:endParaRPr lang="fr-FR"/>
        </a:p>
      </dgm:t>
    </dgm:pt>
    <dgm:pt modelId="{1101DE38-DDB1-4494-A921-65A29F2492F9}" type="pres">
      <dgm:prSet presAssocID="{99E12F0A-C2D3-4C3F-BC62-EB6878C69440}" presName="Name0" presStyleCnt="0">
        <dgm:presLayoutVars>
          <dgm:dir/>
          <dgm:resizeHandles val="exact"/>
        </dgm:presLayoutVars>
      </dgm:prSet>
      <dgm:spPr/>
    </dgm:pt>
    <dgm:pt modelId="{094ED6F6-CF82-4E90-81B8-926F9DBCBEEE}" type="pres">
      <dgm:prSet presAssocID="{E2C6186E-17E2-4698-888C-7A9F6CC7D43E}" presName="node" presStyleLbl="node1" presStyleIdx="0" presStyleCnt="1" custScaleY="78205" custLinFactNeighborX="3531" custLinFactNeighborY="-16922">
        <dgm:presLayoutVars>
          <dgm:bulletEnabled val="1"/>
        </dgm:presLayoutVars>
      </dgm:prSet>
      <dgm:spPr/>
    </dgm:pt>
  </dgm:ptLst>
  <dgm:cxnLst>
    <dgm:cxn modelId="{4DCCF245-8AEB-4F26-8A34-C01BFACC034A}" type="presOf" srcId="{C74A1F04-9467-420D-A1FF-2F6A751DA2AF}" destId="{094ED6F6-CF82-4E90-81B8-926F9DBCBEEE}" srcOrd="0" destOrd="2" presId="urn:microsoft.com/office/officeart/2005/8/layout/process1"/>
    <dgm:cxn modelId="{58A47A75-A20A-4500-BFBB-426A5B705E38}" srcId="{E2C6186E-17E2-4698-888C-7A9F6CC7D43E}" destId="{A446123F-06D7-432B-A71B-8F5D7A23EF99}" srcOrd="2" destOrd="0" parTransId="{541EF4C1-CF04-4381-A70D-FFA2875375DE}" sibTransId="{6D595DEF-8B31-4953-A212-5CEE9523D12A}"/>
    <dgm:cxn modelId="{5FF4D757-C3B3-4D51-9A04-593388682308}" type="presOf" srcId="{A446123F-06D7-432B-A71B-8F5D7A23EF99}" destId="{094ED6F6-CF82-4E90-81B8-926F9DBCBEEE}" srcOrd="0" destOrd="3" presId="urn:microsoft.com/office/officeart/2005/8/layout/process1"/>
    <dgm:cxn modelId="{BB274881-E11E-49D6-874E-F17914F992EA}" type="presOf" srcId="{99E12F0A-C2D3-4C3F-BC62-EB6878C69440}" destId="{1101DE38-DDB1-4494-A921-65A29F2492F9}" srcOrd="0" destOrd="0" presId="urn:microsoft.com/office/officeart/2005/8/layout/process1"/>
    <dgm:cxn modelId="{B7C8988C-24D6-4724-8E2C-482D6CD5A352}" type="presOf" srcId="{42DFB0EB-ACDA-450A-9C57-5C7C2543D992}" destId="{094ED6F6-CF82-4E90-81B8-926F9DBCBEEE}" srcOrd="0" destOrd="4" presId="urn:microsoft.com/office/officeart/2005/8/layout/process1"/>
    <dgm:cxn modelId="{E3ACF095-8848-4DA7-96DA-60F388E0FCA5}" type="presOf" srcId="{E2C6186E-17E2-4698-888C-7A9F6CC7D43E}" destId="{094ED6F6-CF82-4E90-81B8-926F9DBCBEEE}" srcOrd="0" destOrd="0" presId="urn:microsoft.com/office/officeart/2005/8/layout/process1"/>
    <dgm:cxn modelId="{58860AB6-A3B5-41FF-B056-BE7D8F2849CB}" srcId="{E2C6186E-17E2-4698-888C-7A9F6CC7D43E}" destId="{17320C64-63CC-48DF-9F80-B84A68110898}" srcOrd="0" destOrd="0" parTransId="{38625646-CF92-40DC-9EA8-C94520AB74E1}" sibTransId="{86CCE634-CC44-483E-BA04-C3FDD1AB482B}"/>
    <dgm:cxn modelId="{56F5EEC3-2E04-4639-8AFA-30BF4A010387}" srcId="{99E12F0A-C2D3-4C3F-BC62-EB6878C69440}" destId="{E2C6186E-17E2-4698-888C-7A9F6CC7D43E}" srcOrd="0" destOrd="0" parTransId="{4F69606E-8DCD-4903-900C-5D7EAD8D0B51}" sibTransId="{9C9C3016-419C-43B6-B60C-53B2BD417C4C}"/>
    <dgm:cxn modelId="{C8C42AD1-4481-4BAF-966A-E815B0C6FEB6}" type="presOf" srcId="{17320C64-63CC-48DF-9F80-B84A68110898}" destId="{094ED6F6-CF82-4E90-81B8-926F9DBCBEEE}" srcOrd="0" destOrd="1" presId="urn:microsoft.com/office/officeart/2005/8/layout/process1"/>
    <dgm:cxn modelId="{55765DD1-0D3E-435B-A85D-5B0CC923937A}" srcId="{E2C6186E-17E2-4698-888C-7A9F6CC7D43E}" destId="{C74A1F04-9467-420D-A1FF-2F6A751DA2AF}" srcOrd="1" destOrd="0" parTransId="{215567AC-25E7-4491-A47B-539EEE8617FE}" sibTransId="{7D4C7123-3525-4B07-9C48-CAE970E8B062}"/>
    <dgm:cxn modelId="{CA8210E1-09C2-4893-AB84-B02B08B6C286}" srcId="{E2C6186E-17E2-4698-888C-7A9F6CC7D43E}" destId="{42DFB0EB-ACDA-450A-9C57-5C7C2543D992}" srcOrd="3" destOrd="0" parTransId="{8827BCB5-3DA4-4765-95B6-85DB4C9D19B9}" sibTransId="{2CC5C7E9-624F-4278-9BA4-87402C04E9FC}"/>
    <dgm:cxn modelId="{F37F907C-829B-4DD2-97BA-645D932351E4}" type="presParOf" srcId="{1101DE38-DDB1-4494-A921-65A29F2492F9}" destId="{094ED6F6-CF82-4E90-81B8-926F9DBCBEE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ED6F6-CF82-4E90-81B8-926F9DBCBEEE}">
      <dsp:nvSpPr>
        <dsp:cNvPr id="0" name=""/>
        <dsp:cNvSpPr/>
      </dsp:nvSpPr>
      <dsp:spPr>
        <a:xfrm>
          <a:off x="10232" y="258677"/>
          <a:ext cx="3058511" cy="18351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 err="1"/>
            <a:t>DatatHub</a:t>
          </a:r>
          <a:r>
            <a:rPr lang="fr-FR" sz="1800" b="1" kern="1200" dirty="0"/>
            <a:t> 7.4 </a:t>
          </a:r>
          <a:endParaRPr lang="fr-FR" sz="10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New control types: Series Jump and Stale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Bug Fixes on control </a:t>
          </a:r>
          <a:r>
            <a:rPr lang="fr-FR" sz="1300" kern="1200" dirty="0" err="1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rule</a:t>
          </a:r>
          <a:r>
            <a:rPr lang="fr-FR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 execution </a:t>
          </a:r>
          <a:r>
            <a:rPr lang="fr-FR" sz="1300" kern="1200" dirty="0" err="1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tracking</a:t>
          </a: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63980" y="312425"/>
        <a:ext cx="2951015" cy="1727610"/>
      </dsp:txXfrm>
    </dsp:sp>
    <dsp:sp modelId="{7D6435E4-2CCF-4376-BDE2-0600DBDE9ADD}">
      <dsp:nvSpPr>
        <dsp:cNvPr id="0" name=""/>
        <dsp:cNvSpPr/>
      </dsp:nvSpPr>
      <dsp:spPr>
        <a:xfrm>
          <a:off x="3374595" y="796975"/>
          <a:ext cx="648404" cy="75851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200" kern="1200"/>
        </a:p>
      </dsp:txBody>
      <dsp:txXfrm>
        <a:off x="3374595" y="948677"/>
        <a:ext cx="453883" cy="455106"/>
      </dsp:txXfrm>
    </dsp:sp>
    <dsp:sp modelId="{8C1DFF4A-C0CB-4ACC-BB94-7D7D579CE1B4}">
      <dsp:nvSpPr>
        <dsp:cNvPr id="0" name=""/>
        <dsp:cNvSpPr/>
      </dsp:nvSpPr>
      <dsp:spPr>
        <a:xfrm>
          <a:off x="4292148" y="258677"/>
          <a:ext cx="3058511" cy="18351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800" b="1" kern="1200" dirty="0" err="1"/>
            <a:t>DatatHub</a:t>
          </a:r>
          <a:r>
            <a:rPr lang="fr-FR" sz="1800" b="1" kern="1200" dirty="0"/>
            <a:t> 7. 5	</a:t>
          </a:r>
          <a:endParaRPr lang="fr-FR" sz="18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Dynamic validation of control clause data </a:t>
          </a:r>
          <a:r>
            <a:rPr lang="fr-FR" sz="1300" kern="1200" dirty="0" err="1">
              <a:solidFill>
                <a:schemeClr val="tx1"/>
              </a:solidFill>
            </a:rPr>
            <a:t>consistency</a:t>
          </a: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Auto-</a:t>
          </a:r>
          <a:r>
            <a:rPr lang="fr-FR" sz="1300" kern="1200" dirty="0" err="1">
              <a:solidFill>
                <a:schemeClr val="tx1"/>
              </a:solidFill>
            </a:rPr>
            <a:t>triggered</a:t>
          </a:r>
          <a:r>
            <a:rPr lang="fr-FR" sz="1300" kern="1200" dirty="0">
              <a:solidFill>
                <a:schemeClr val="tx1"/>
              </a:solidFill>
            </a:rPr>
            <a:t> DQC on </a:t>
          </a:r>
          <a:r>
            <a:rPr lang="fr-FR" sz="1300" kern="1200" dirty="0" err="1">
              <a:solidFill>
                <a:schemeClr val="tx1"/>
              </a:solidFill>
            </a:rPr>
            <a:t>object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saved</a:t>
          </a:r>
          <a:r>
            <a:rPr lang="fr-FR" sz="1300" kern="1200" dirty="0">
              <a:solidFill>
                <a:schemeClr val="tx1"/>
              </a:solidFill>
            </a:rPr>
            <a:t> </a:t>
          </a:r>
          <a:endParaRPr lang="fr-FR" sz="1300" kern="1200" dirty="0">
            <a:solidFill>
              <a:srgbClr val="22211F"/>
            </a:solidFill>
            <a:latin typeface="Century Gothic" panose="020F0302020204030204"/>
            <a:ea typeface="+mn-ea"/>
            <a:cs typeface="+mn-cs"/>
          </a:endParaRPr>
        </a:p>
      </dsp:txBody>
      <dsp:txXfrm>
        <a:off x="4345896" y="312425"/>
        <a:ext cx="2951015" cy="1727610"/>
      </dsp:txXfrm>
    </dsp:sp>
    <dsp:sp modelId="{5FE22430-0B58-4CF8-9402-E41207951E61}">
      <dsp:nvSpPr>
        <dsp:cNvPr id="0" name=""/>
        <dsp:cNvSpPr/>
      </dsp:nvSpPr>
      <dsp:spPr>
        <a:xfrm>
          <a:off x="7656510" y="796975"/>
          <a:ext cx="648404" cy="75851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200" kern="1200"/>
        </a:p>
      </dsp:txBody>
      <dsp:txXfrm>
        <a:off x="7656510" y="948677"/>
        <a:ext cx="453883" cy="455106"/>
      </dsp:txXfrm>
    </dsp:sp>
    <dsp:sp modelId="{43C8AA18-8E0E-45FB-AD62-17209903109E}">
      <dsp:nvSpPr>
        <dsp:cNvPr id="0" name=""/>
        <dsp:cNvSpPr/>
      </dsp:nvSpPr>
      <dsp:spPr>
        <a:xfrm>
          <a:off x="8574063" y="258677"/>
          <a:ext cx="3058511" cy="18351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 err="1"/>
            <a:t>DatatHub</a:t>
          </a:r>
          <a:r>
            <a:rPr lang="fr-FR" sz="1800" b="1" kern="1200" dirty="0"/>
            <a:t> 7.6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0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Business </a:t>
          </a:r>
          <a:r>
            <a:rPr lang="fr-FR" sz="1300" kern="1200" dirty="0" err="1">
              <a:solidFill>
                <a:schemeClr val="tx1"/>
              </a:solidFill>
            </a:rPr>
            <a:t>rules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based</a:t>
          </a:r>
          <a:r>
            <a:rPr lang="fr-FR" sz="1300" kern="1200" dirty="0">
              <a:solidFill>
                <a:schemeClr val="tx1"/>
              </a:solidFill>
            </a:rPr>
            <a:t> control type (Custom script)</a:t>
          </a:r>
          <a:endParaRPr lang="fr-FR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In List / Not in List </a:t>
          </a:r>
          <a:r>
            <a:rPr lang="fr-FR" sz="1300" kern="1200" dirty="0" err="1">
              <a:solidFill>
                <a:schemeClr val="tx1"/>
              </a:solidFill>
            </a:rPr>
            <a:t>operators</a:t>
          </a:r>
          <a:endParaRPr lang="fr-FR" sz="1300" kern="1200" dirty="0">
            <a:solidFill>
              <a:schemeClr val="tx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Relative date </a:t>
          </a:r>
          <a:r>
            <a:rPr lang="fr-FR" sz="1300" kern="1200" dirty="0" err="1">
              <a:solidFill>
                <a:schemeClr val="tx1"/>
              </a:solidFill>
            </a:rPr>
            <a:t>operators</a:t>
          </a:r>
          <a:r>
            <a:rPr lang="fr-FR" sz="1300" kern="1200" dirty="0">
              <a:solidFill>
                <a:schemeClr val="tx1"/>
              </a:solidFill>
            </a:rPr>
            <a:t> </a:t>
          </a:r>
        </a:p>
      </dsp:txBody>
      <dsp:txXfrm>
        <a:off x="8627811" y="312425"/>
        <a:ext cx="2951015" cy="17276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ED6F6-CF82-4E90-81B8-926F9DBCBEEE}">
      <dsp:nvSpPr>
        <dsp:cNvPr id="0" name=""/>
        <dsp:cNvSpPr/>
      </dsp:nvSpPr>
      <dsp:spPr>
        <a:xfrm>
          <a:off x="9830" y="0"/>
          <a:ext cx="5025804" cy="235246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 err="1"/>
            <a:t>DataHub</a:t>
          </a:r>
          <a:r>
            <a:rPr lang="fr-FR" sz="1800" b="1" kern="1200" dirty="0"/>
            <a:t> 7.7</a:t>
          </a:r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Control Builder</a:t>
          </a:r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Control </a:t>
          </a:r>
          <a:r>
            <a:rPr lang="fr-FR" sz="1300" kern="1200" dirty="0" err="1">
              <a:solidFill>
                <a:schemeClr val="tx1"/>
              </a:solidFill>
            </a:rPr>
            <a:t>between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field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from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Linked</a:t>
          </a:r>
          <a:r>
            <a:rPr lang="fr-FR" sz="1300" kern="1200" dirty="0">
              <a:solidFill>
                <a:schemeClr val="tx1"/>
              </a:solidFill>
            </a:rPr>
            <a:t> business class</a:t>
          </a:r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22211F"/>
              </a:solidFill>
              <a:latin typeface="Century Gothic" panose="020F0302020204030204"/>
              <a:ea typeface="+mn-ea"/>
              <a:cs typeface="+mn-cs"/>
            </a:rPr>
            <a:t>Execute control on historical time series data</a:t>
          </a:r>
          <a:endParaRPr lang="fr-FR" sz="1300" kern="1200" dirty="0">
            <a:solidFill>
              <a:schemeClr val="tx1"/>
            </a:solidFill>
          </a:endParaRPr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>
              <a:solidFill>
                <a:schemeClr val="tx1"/>
              </a:solidFill>
            </a:rPr>
            <a:t>Auto-</a:t>
          </a:r>
          <a:r>
            <a:rPr lang="fr-FR" sz="1300" kern="1200" dirty="0" err="1">
              <a:solidFill>
                <a:schemeClr val="tx1"/>
              </a:solidFill>
            </a:rPr>
            <a:t>triggered</a:t>
          </a:r>
          <a:r>
            <a:rPr lang="fr-FR" sz="1300" kern="1200" dirty="0">
              <a:solidFill>
                <a:schemeClr val="tx1"/>
              </a:solidFill>
            </a:rPr>
            <a:t> DQC: Field </a:t>
          </a:r>
          <a:r>
            <a:rPr lang="fr-FR" sz="1300" kern="1200" dirty="0" err="1">
              <a:solidFill>
                <a:schemeClr val="tx1"/>
              </a:solidFill>
            </a:rPr>
            <a:t>Changed</a:t>
          </a:r>
          <a:r>
            <a:rPr lang="fr-FR" sz="1300" kern="1200" dirty="0">
              <a:solidFill>
                <a:schemeClr val="tx1"/>
              </a:solidFill>
            </a:rPr>
            <a:t> and Object to </a:t>
          </a:r>
          <a:r>
            <a:rPr lang="fr-FR" sz="1300" kern="1200" dirty="0" err="1">
              <a:solidFill>
                <a:schemeClr val="tx1"/>
              </a:solidFill>
            </a:rPr>
            <a:t>be</a:t>
          </a:r>
          <a:r>
            <a:rPr lang="fr-FR" sz="1300" kern="1200" dirty="0">
              <a:solidFill>
                <a:schemeClr val="tx1"/>
              </a:solidFill>
            </a:rPr>
            <a:t> </a:t>
          </a:r>
          <a:r>
            <a:rPr lang="fr-FR" sz="1300" kern="1200" dirty="0" err="1">
              <a:solidFill>
                <a:schemeClr val="tx1"/>
              </a:solidFill>
            </a:rPr>
            <a:t>Saved</a:t>
          </a:r>
          <a:endParaRPr lang="fr-FR" sz="1300" kern="1200" dirty="0">
            <a:solidFill>
              <a:schemeClr val="tx1"/>
            </a:solidFill>
          </a:endParaRPr>
        </a:p>
      </dsp:txBody>
      <dsp:txXfrm>
        <a:off x="78731" y="68901"/>
        <a:ext cx="4888002" cy="2214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B89ED-0820-4CED-A4F5-B9421915EFA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2BE57-C11A-4019-B487-E741F08457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8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2BE57-C11A-4019-B487-E741F08457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49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2BE57-C11A-4019-B487-E741F08457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18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2BE57-C11A-4019-B487-E741F08457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channel/UCkXfTkZerN3TSlunbKQCgzg" TargetMode="External"/><Relationship Id="rId13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hyperlink" Target="mailto:info@neoxam.com" TargetMode="External"/><Relationship Id="rId1" Type="http://schemas.openxmlformats.org/officeDocument/2006/relationships/slideMaster" Target="../slideMasters/slideMaster4.xml"/><Relationship Id="rId6" Type="http://schemas.openxmlformats.org/officeDocument/2006/relationships/hyperlink" Target="https://twitter.com/neoxamsoftware" TargetMode="Externa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hyperlink" Target="https://www.facebook.com/neoxamsoftware/?hc_ref=ARR5OP3W4D-wi5gxwu8a-oknsvNd5PwellRdlpJEOmNlfV3d48Ze4pGYsq8TRVweKIg&amp;fref=nf" TargetMode="External"/><Relationship Id="rId4" Type="http://schemas.openxmlformats.org/officeDocument/2006/relationships/hyperlink" Target="https://www.linkedin.com/company/5101160/" TargetMode="External"/><Relationship Id="rId9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lide_Cover-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ous-titre 2">
            <a:extLst>
              <a:ext uri="{FF2B5EF4-FFF2-40B4-BE49-F238E27FC236}">
                <a16:creationId xmlns:a16="http://schemas.microsoft.com/office/drawing/2014/main" id="{6928918C-16FB-E34F-BD0D-681593E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2000" y="165103"/>
            <a:ext cx="7296000" cy="5713789"/>
          </a:xfrm>
        </p:spPr>
        <p:txBody>
          <a:bodyPr lIns="180000" tIns="720000" anchor="ctr">
            <a:normAutofit/>
          </a:bodyPr>
          <a:lstStyle>
            <a:lvl1pPr marL="0" indent="0" algn="l">
              <a:lnSpc>
                <a:spcPts val="4267"/>
              </a:lnSpc>
              <a:buNone/>
              <a:defRPr sz="4267" b="1" cap="none" baseline="0">
                <a:solidFill>
                  <a:schemeClr val="tx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1" name="Espace réservé du numéro de diapositive 2">
            <a:extLst>
              <a:ext uri="{FF2B5EF4-FFF2-40B4-BE49-F238E27FC236}">
                <a16:creationId xmlns:a16="http://schemas.microsoft.com/office/drawing/2014/main" id="{D09F47BF-CFB7-8543-91EE-551D705FE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914377"/>
            <a:fld id="{FE4B7942-1F3A-4691-84BA-4BB7514B21B2}" type="slidenum">
              <a:rPr lang="fr-FR" smtClean="0">
                <a:solidFill>
                  <a:srgbClr val="22211F"/>
                </a:solidFill>
              </a:rPr>
              <a:pPr defTabSz="914377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3416EE-1DE4-8267-8EF2-47F04A28AEC3}"/>
              </a:ext>
            </a:extLst>
          </p:cNvPr>
          <p:cNvGrpSpPr/>
          <p:nvPr userDrawn="1"/>
        </p:nvGrpSpPr>
        <p:grpSpPr>
          <a:xfrm>
            <a:off x="1066800" y="2112068"/>
            <a:ext cx="2274985" cy="2633865"/>
            <a:chOff x="1066800" y="2112068"/>
            <a:chExt cx="2274985" cy="2633865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BA6D68E7-EEB3-9DF1-2A7B-0B9CF469EB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6800" y="2112068"/>
              <a:ext cx="1818979" cy="2633865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>
                <a:solidFill>
                  <a:srgbClr val="22211F"/>
                </a:solidFill>
              </a:endParaRPr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65A7A78A-8F3F-5DDE-A2B6-E8FB42A46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22806" y="2112068"/>
              <a:ext cx="1818979" cy="2633865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sz="1800">
                <a:solidFill>
                  <a:srgbClr val="2221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769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01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9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>
          <a:xfrm>
            <a:off x="624419" y="1701802"/>
            <a:ext cx="10943727" cy="4177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11976" indent="-311976">
              <a:buSzPct val="150000"/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Espace réservé du numéro de diapositive 2">
            <a:extLst>
              <a:ext uri="{FF2B5EF4-FFF2-40B4-BE49-F238E27FC236}">
                <a16:creationId xmlns:a16="http://schemas.microsoft.com/office/drawing/2014/main" id="{4064447F-0718-4442-B241-E0164BD63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914377"/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914377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99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2">
            <a:extLst>
              <a:ext uri="{FF2B5EF4-FFF2-40B4-BE49-F238E27FC236}">
                <a16:creationId xmlns:a16="http://schemas.microsoft.com/office/drawing/2014/main" id="{6614F2C2-F0FE-1E19-F596-FC55C344C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914377"/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914377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74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DEE4E8A0-F34D-6A4B-BBBF-77A04F2DD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998526"/>
            <a:ext cx="12191995" cy="2698809"/>
          </a:xfrm>
          <a:prstGeom prst="rect">
            <a:avLst/>
          </a:prstGeom>
        </p:spPr>
      </p:pic>
      <p:sp>
        <p:nvSpPr>
          <p:cNvPr id="59" name="Sous-titre 2">
            <a:extLst>
              <a:ext uri="{FF2B5EF4-FFF2-40B4-BE49-F238E27FC236}">
                <a16:creationId xmlns:a16="http://schemas.microsoft.com/office/drawing/2014/main" id="{CAFB5E69-1F31-8E47-92B5-1A86BCA23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419" y="3164117"/>
            <a:ext cx="10943167" cy="2693503"/>
          </a:xfrm>
        </p:spPr>
        <p:txBody>
          <a:bodyPr anchor="t">
            <a:normAutofit/>
          </a:bodyPr>
          <a:lstStyle>
            <a:lvl1pPr marL="0" indent="0" algn="ctr">
              <a:lnSpc>
                <a:spcPts val="3733"/>
              </a:lnSpc>
              <a:buNone/>
              <a:defRPr sz="3733" b="1" cap="none" baseline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D185DBA6-124F-B94D-A05B-4DF4040AA0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4723" y="1118224"/>
            <a:ext cx="5887925" cy="119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3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832739E-97B4-815C-0CBA-86E07620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2000" y="165103"/>
            <a:ext cx="7296000" cy="5713789"/>
          </a:xfrm>
        </p:spPr>
        <p:txBody>
          <a:bodyPr lIns="180000" tIns="720000" anchor="ctr">
            <a:normAutofit/>
          </a:bodyPr>
          <a:lstStyle>
            <a:lvl1pPr marL="0" indent="0" algn="l">
              <a:lnSpc>
                <a:spcPts val="4267"/>
              </a:lnSpc>
              <a:buNone/>
              <a:defRPr sz="4267" b="1" cap="none" baseline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D9DD630C-3C2D-23AA-CE61-DD31EBDF67D0}"/>
              </a:ext>
            </a:extLst>
          </p:cNvPr>
          <p:cNvSpPr>
            <a:spLocks/>
          </p:cNvSpPr>
          <p:nvPr userDrawn="1"/>
        </p:nvSpPr>
        <p:spPr bwMode="auto">
          <a:xfrm>
            <a:off x="1066800" y="2112068"/>
            <a:ext cx="1818979" cy="2633865"/>
          </a:xfrm>
          <a:custGeom>
            <a:avLst/>
            <a:gdLst>
              <a:gd name="T0" fmla="*/ 111 w 251"/>
              <a:gd name="T1" fmla="*/ 182 h 362"/>
              <a:gd name="T2" fmla="*/ 0 w 251"/>
              <a:gd name="T3" fmla="*/ 293 h 362"/>
              <a:gd name="T4" fmla="*/ 69 w 251"/>
              <a:gd name="T5" fmla="*/ 362 h 362"/>
              <a:gd name="T6" fmla="*/ 251 w 251"/>
              <a:gd name="T7" fmla="*/ 182 h 362"/>
              <a:gd name="T8" fmla="*/ 69 w 251"/>
              <a:gd name="T9" fmla="*/ 0 h 362"/>
              <a:gd name="T10" fmla="*/ 0 w 251"/>
              <a:gd name="T11" fmla="*/ 69 h 362"/>
              <a:gd name="T12" fmla="*/ 111 w 251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362">
                <a:moveTo>
                  <a:pt x="111" y="182"/>
                </a:moveTo>
                <a:lnTo>
                  <a:pt x="0" y="293"/>
                </a:lnTo>
                <a:lnTo>
                  <a:pt x="69" y="362"/>
                </a:lnTo>
                <a:lnTo>
                  <a:pt x="251" y="182"/>
                </a:lnTo>
                <a:lnTo>
                  <a:pt x="69" y="0"/>
                </a:lnTo>
                <a:lnTo>
                  <a:pt x="0" y="69"/>
                </a:lnTo>
                <a:lnTo>
                  <a:pt x="111" y="1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800">
              <a:solidFill>
                <a:srgbClr val="22211F"/>
              </a:solidFill>
            </a:endParaRP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D26615F7-2557-0D9B-1888-FFC1CD7A49B1}"/>
              </a:ext>
            </a:extLst>
          </p:cNvPr>
          <p:cNvSpPr>
            <a:spLocks/>
          </p:cNvSpPr>
          <p:nvPr userDrawn="1"/>
        </p:nvSpPr>
        <p:spPr bwMode="auto">
          <a:xfrm>
            <a:off x="1522806" y="2112068"/>
            <a:ext cx="1818979" cy="2633865"/>
          </a:xfrm>
          <a:custGeom>
            <a:avLst/>
            <a:gdLst>
              <a:gd name="T0" fmla="*/ 111 w 251"/>
              <a:gd name="T1" fmla="*/ 182 h 362"/>
              <a:gd name="T2" fmla="*/ 0 w 251"/>
              <a:gd name="T3" fmla="*/ 293 h 362"/>
              <a:gd name="T4" fmla="*/ 69 w 251"/>
              <a:gd name="T5" fmla="*/ 362 h 362"/>
              <a:gd name="T6" fmla="*/ 251 w 251"/>
              <a:gd name="T7" fmla="*/ 182 h 362"/>
              <a:gd name="T8" fmla="*/ 69 w 251"/>
              <a:gd name="T9" fmla="*/ 0 h 362"/>
              <a:gd name="T10" fmla="*/ 0 w 251"/>
              <a:gd name="T11" fmla="*/ 69 h 362"/>
              <a:gd name="T12" fmla="*/ 111 w 251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362">
                <a:moveTo>
                  <a:pt x="111" y="182"/>
                </a:moveTo>
                <a:lnTo>
                  <a:pt x="0" y="293"/>
                </a:lnTo>
                <a:lnTo>
                  <a:pt x="69" y="362"/>
                </a:lnTo>
                <a:lnTo>
                  <a:pt x="251" y="182"/>
                </a:lnTo>
                <a:lnTo>
                  <a:pt x="69" y="0"/>
                </a:lnTo>
                <a:lnTo>
                  <a:pt x="0" y="69"/>
                </a:lnTo>
                <a:lnTo>
                  <a:pt x="111" y="182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800">
              <a:solidFill>
                <a:srgbClr val="22211F"/>
              </a:solidFill>
            </a:endParaRPr>
          </a:p>
        </p:txBody>
      </p:sp>
      <p:sp>
        <p:nvSpPr>
          <p:cNvPr id="8" name="Espace réservé du numéro de diapositive 2">
            <a:extLst>
              <a:ext uri="{FF2B5EF4-FFF2-40B4-BE49-F238E27FC236}">
                <a16:creationId xmlns:a16="http://schemas.microsoft.com/office/drawing/2014/main" id="{5773048A-7E6A-E66B-2A13-68361AC26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914377"/>
            <a:fld id="{FE4B7942-1F3A-4691-84BA-4BB7514B21B2}" type="slidenum">
              <a:rPr lang="fr-FR" smtClean="0"/>
              <a:pPr defTabSz="914377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78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9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>
          <a:xfrm>
            <a:off x="624419" y="1701802"/>
            <a:ext cx="10943727" cy="4177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11976" indent="-311976">
              <a:buSzPct val="150000"/>
              <a:buFontTx/>
              <a:buBlip>
                <a:blip r:embed="rId2"/>
              </a:buBlip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Espace réservé du numéro de diapositive 2">
            <a:extLst>
              <a:ext uri="{FF2B5EF4-FFF2-40B4-BE49-F238E27FC236}">
                <a16:creationId xmlns:a16="http://schemas.microsoft.com/office/drawing/2014/main" id="{3748B053-229C-9F17-B8A4-695F276EE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914377"/>
            <a:fld id="{FE4B7942-1F3A-4691-84BA-4BB7514B21B2}" type="slidenum">
              <a:rPr lang="fr-FR" smtClean="0"/>
              <a:pPr defTabSz="914377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1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660FF14-8E72-AB20-61F8-761C00BD8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914377"/>
            <a:fld id="{FE4B7942-1F3A-4691-84BA-4BB7514B21B2}" type="slidenum">
              <a:rPr lang="fr-FR" smtClean="0"/>
              <a:pPr defTabSz="914377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ECF3-93C0-BD7D-5A18-4AE8FF60F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EAEDE-E4A0-1A62-2D6A-45E31E784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7661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que 16">
            <a:extLst>
              <a:ext uri="{FF2B5EF4-FFF2-40B4-BE49-F238E27FC236}">
                <a16:creationId xmlns:a16="http://schemas.microsoft.com/office/drawing/2014/main" id="{FA692965-1257-BE45-8FFD-CD92D4BAF8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998525"/>
            <a:ext cx="12191995" cy="2698809"/>
          </a:xfrm>
          <a:prstGeom prst="rect">
            <a:avLst/>
          </a:prstGeom>
        </p:spPr>
      </p:pic>
      <p:sp>
        <p:nvSpPr>
          <p:cNvPr id="18" name="Sous-titre 2">
            <a:extLst>
              <a:ext uri="{FF2B5EF4-FFF2-40B4-BE49-F238E27FC236}">
                <a16:creationId xmlns:a16="http://schemas.microsoft.com/office/drawing/2014/main" id="{A0BF896A-68E5-7E43-A94E-701B3F9AA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418" y="3164115"/>
            <a:ext cx="10943167" cy="2693503"/>
          </a:xfrm>
        </p:spPr>
        <p:txBody>
          <a:bodyPr anchor="t">
            <a:normAutofit/>
          </a:bodyPr>
          <a:lstStyle>
            <a:lvl1pPr marL="0" indent="0" algn="ctr">
              <a:lnSpc>
                <a:spcPts val="3733"/>
              </a:lnSpc>
              <a:buNone/>
              <a:defRPr sz="3733" b="1" cap="none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endParaRPr lang="fr-FR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74CA3438-8DB3-4147-ADA7-F1310BAECE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4722" y="1118224"/>
            <a:ext cx="5887925" cy="119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8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_Cover-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ous-titre 2">
            <a:extLst>
              <a:ext uri="{FF2B5EF4-FFF2-40B4-BE49-F238E27FC236}">
                <a16:creationId xmlns:a16="http://schemas.microsoft.com/office/drawing/2014/main" id="{05954628-8D2B-5748-8C81-CE9DC033F6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1584" y="165102"/>
            <a:ext cx="7296000" cy="5717501"/>
          </a:xfrm>
        </p:spPr>
        <p:txBody>
          <a:bodyPr tIns="720000" anchor="ctr">
            <a:normAutofit/>
          </a:bodyPr>
          <a:lstStyle>
            <a:lvl1pPr marL="0" indent="0" algn="l">
              <a:lnSpc>
                <a:spcPts val="4267"/>
              </a:lnSpc>
              <a:buNone/>
              <a:defRPr sz="4267" b="1" cap="none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1" name="Espace réservé du numéro de diapositive 2">
            <a:extLst>
              <a:ext uri="{FF2B5EF4-FFF2-40B4-BE49-F238E27FC236}">
                <a16:creationId xmlns:a16="http://schemas.microsoft.com/office/drawing/2014/main" id="{B66D3F1F-D7B1-7C4A-B2AF-E996DAD33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6E97E7C6-7A33-A344-8FB6-499F59956D69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8B6101A2-53E5-2740-8A78-3F28CCCB0A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C53F4A0E-D5F8-4945-8BD8-ECCD943BF6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7321E78C-0909-1145-848C-575DFD8E3E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3AFBD3C1-212A-9E4B-9179-9446963CA3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84A0C102-C012-CD49-B83E-68AB59EA06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A59E0199-BACD-1541-9685-3C8C8B3A3B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64F18469-DD49-2141-A592-EBD824FBFC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1C77EFD8-51FA-304A-8EDA-5C35D964B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ADA24267-7B4D-C04F-BBDA-4A6E75711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CE9C8076-4D4C-514C-89D8-EE07D0C3C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44" name="Freeform 8">
            <a:extLst>
              <a:ext uri="{FF2B5EF4-FFF2-40B4-BE49-F238E27FC236}">
                <a16:creationId xmlns:a16="http://schemas.microsoft.com/office/drawing/2014/main" id="{C7531A7C-9892-2543-9417-04CBAEEA9B26}"/>
              </a:ext>
            </a:extLst>
          </p:cNvPr>
          <p:cNvSpPr>
            <a:spLocks/>
          </p:cNvSpPr>
          <p:nvPr userDrawn="1"/>
        </p:nvSpPr>
        <p:spPr bwMode="auto">
          <a:xfrm>
            <a:off x="1238120" y="1712258"/>
            <a:ext cx="2425305" cy="3511820"/>
          </a:xfrm>
          <a:custGeom>
            <a:avLst/>
            <a:gdLst>
              <a:gd name="T0" fmla="*/ 111 w 251"/>
              <a:gd name="T1" fmla="*/ 182 h 362"/>
              <a:gd name="T2" fmla="*/ 0 w 251"/>
              <a:gd name="T3" fmla="*/ 293 h 362"/>
              <a:gd name="T4" fmla="*/ 69 w 251"/>
              <a:gd name="T5" fmla="*/ 362 h 362"/>
              <a:gd name="T6" fmla="*/ 251 w 251"/>
              <a:gd name="T7" fmla="*/ 182 h 362"/>
              <a:gd name="T8" fmla="*/ 69 w 251"/>
              <a:gd name="T9" fmla="*/ 0 h 362"/>
              <a:gd name="T10" fmla="*/ 0 w 251"/>
              <a:gd name="T11" fmla="*/ 69 h 362"/>
              <a:gd name="T12" fmla="*/ 111 w 251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362">
                <a:moveTo>
                  <a:pt x="111" y="182"/>
                </a:moveTo>
                <a:lnTo>
                  <a:pt x="0" y="293"/>
                </a:lnTo>
                <a:lnTo>
                  <a:pt x="69" y="362"/>
                </a:lnTo>
                <a:lnTo>
                  <a:pt x="251" y="182"/>
                </a:lnTo>
                <a:lnTo>
                  <a:pt x="69" y="0"/>
                </a:lnTo>
                <a:lnTo>
                  <a:pt x="0" y="69"/>
                </a:lnTo>
                <a:lnTo>
                  <a:pt x="111" y="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en-US" sz="2400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23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01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_Cover-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ous-titre 2">
            <a:extLst>
              <a:ext uri="{FF2B5EF4-FFF2-40B4-BE49-F238E27FC236}">
                <a16:creationId xmlns:a16="http://schemas.microsoft.com/office/drawing/2014/main" id="{1AA7E9F4-5DA3-7446-88E3-06B1C6E972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2000" y="165102"/>
            <a:ext cx="7296000" cy="5713789"/>
          </a:xfrm>
        </p:spPr>
        <p:txBody>
          <a:bodyPr tIns="720000" anchor="ctr">
            <a:normAutofit/>
          </a:bodyPr>
          <a:lstStyle>
            <a:lvl1pPr marL="0" indent="0" algn="l">
              <a:lnSpc>
                <a:spcPts val="4267"/>
              </a:lnSpc>
              <a:buNone/>
              <a:defRPr sz="4267" b="1" cap="none" baseline="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150F08E3-C06B-3C49-9F68-EB90B0419CB0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B27D08DA-7859-8843-AA9B-FCB86FB9E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715A829E-7EEB-BD43-BECB-5C690C972B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649AC977-1EF3-4045-BBD7-E8A3B9203C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FF85CF62-AD39-6548-A6BF-070AB2878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0B12629D-23BF-034C-9935-71B5B3B19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D4D657F2-5B38-D742-8059-ACB7B814AC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8AA9E52D-828E-3044-9CE8-ECA501200E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E8C70E-E46D-2048-A1AE-FA73590E24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1F44EB7C-5F27-AC46-86C8-58192AA57A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BAE69792-7D2B-564D-AE26-EC2EB83F3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45" name="Freeform 8">
            <a:extLst>
              <a:ext uri="{FF2B5EF4-FFF2-40B4-BE49-F238E27FC236}">
                <a16:creationId xmlns:a16="http://schemas.microsoft.com/office/drawing/2014/main" id="{260712CB-0BE8-314D-925B-FC97D5AC7FC7}"/>
              </a:ext>
            </a:extLst>
          </p:cNvPr>
          <p:cNvSpPr>
            <a:spLocks/>
          </p:cNvSpPr>
          <p:nvPr userDrawn="1"/>
        </p:nvSpPr>
        <p:spPr bwMode="auto">
          <a:xfrm>
            <a:off x="1238120" y="1712258"/>
            <a:ext cx="2425305" cy="3511820"/>
          </a:xfrm>
          <a:custGeom>
            <a:avLst/>
            <a:gdLst>
              <a:gd name="T0" fmla="*/ 111 w 251"/>
              <a:gd name="T1" fmla="*/ 182 h 362"/>
              <a:gd name="T2" fmla="*/ 0 w 251"/>
              <a:gd name="T3" fmla="*/ 293 h 362"/>
              <a:gd name="T4" fmla="*/ 69 w 251"/>
              <a:gd name="T5" fmla="*/ 362 h 362"/>
              <a:gd name="T6" fmla="*/ 251 w 251"/>
              <a:gd name="T7" fmla="*/ 182 h 362"/>
              <a:gd name="T8" fmla="*/ 69 w 251"/>
              <a:gd name="T9" fmla="*/ 0 h 362"/>
              <a:gd name="T10" fmla="*/ 0 w 251"/>
              <a:gd name="T11" fmla="*/ 69 h 362"/>
              <a:gd name="T12" fmla="*/ 111 w 251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362">
                <a:moveTo>
                  <a:pt x="111" y="182"/>
                </a:moveTo>
                <a:lnTo>
                  <a:pt x="0" y="293"/>
                </a:lnTo>
                <a:lnTo>
                  <a:pt x="69" y="362"/>
                </a:lnTo>
                <a:lnTo>
                  <a:pt x="251" y="182"/>
                </a:lnTo>
                <a:lnTo>
                  <a:pt x="69" y="0"/>
                </a:lnTo>
                <a:lnTo>
                  <a:pt x="0" y="69"/>
                </a:lnTo>
                <a:lnTo>
                  <a:pt x="111" y="18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46" name="Espace réservé du numéro de diapositive 2">
            <a:extLst>
              <a:ext uri="{FF2B5EF4-FFF2-40B4-BE49-F238E27FC236}">
                <a16:creationId xmlns:a16="http://schemas.microsoft.com/office/drawing/2014/main" id="{325D5D55-0C87-544F-A5AE-59E34D69E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50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01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_Cover-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ous-titre 2">
            <a:extLst>
              <a:ext uri="{FF2B5EF4-FFF2-40B4-BE49-F238E27FC236}">
                <a16:creationId xmlns:a16="http://schemas.microsoft.com/office/drawing/2014/main" id="{D23B2B9A-483D-DC45-88DB-3F17EE7046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2000" y="165102"/>
            <a:ext cx="7296000" cy="5713789"/>
          </a:xfrm>
        </p:spPr>
        <p:txBody>
          <a:bodyPr tIns="720000" anchor="ctr">
            <a:normAutofit/>
          </a:bodyPr>
          <a:lstStyle>
            <a:lvl1pPr marL="0" indent="0" algn="l">
              <a:lnSpc>
                <a:spcPts val="4267"/>
              </a:lnSpc>
              <a:buNone/>
              <a:defRPr sz="4267" b="1" cap="none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02B2205F-5A6A-DB42-B98C-6EF6A902E5F5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5590E84D-B0A4-4841-B010-BFC687ACB2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1C21B79-8001-834B-BC61-25E9881E37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E593D02-76AA-274C-9031-6DB4A542A6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F4228B31-C515-C04A-B24F-C7E3A3C5FA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372D714D-F130-924E-A5F8-C19CCCE55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CF4CDBB-1A56-434A-A65A-F1F0326A87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A877D471-16F5-7D4A-9DF6-977770808A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A2248E9-243D-4E43-A43B-D72DEB19B3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251C695-A1B7-6243-9A51-8551567D4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2E1B8975-7FE3-4D4D-8D34-67C6D3E2A8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47" name="Freeform 8">
            <a:extLst>
              <a:ext uri="{FF2B5EF4-FFF2-40B4-BE49-F238E27FC236}">
                <a16:creationId xmlns:a16="http://schemas.microsoft.com/office/drawing/2014/main" id="{2BB13129-274E-3446-8FAC-ECBF764727BA}"/>
              </a:ext>
            </a:extLst>
          </p:cNvPr>
          <p:cNvSpPr>
            <a:spLocks/>
          </p:cNvSpPr>
          <p:nvPr userDrawn="1"/>
        </p:nvSpPr>
        <p:spPr bwMode="auto">
          <a:xfrm>
            <a:off x="1238120" y="1712258"/>
            <a:ext cx="2425305" cy="3511820"/>
          </a:xfrm>
          <a:custGeom>
            <a:avLst/>
            <a:gdLst>
              <a:gd name="T0" fmla="*/ 111 w 251"/>
              <a:gd name="T1" fmla="*/ 182 h 362"/>
              <a:gd name="T2" fmla="*/ 0 w 251"/>
              <a:gd name="T3" fmla="*/ 293 h 362"/>
              <a:gd name="T4" fmla="*/ 69 w 251"/>
              <a:gd name="T5" fmla="*/ 362 h 362"/>
              <a:gd name="T6" fmla="*/ 251 w 251"/>
              <a:gd name="T7" fmla="*/ 182 h 362"/>
              <a:gd name="T8" fmla="*/ 69 w 251"/>
              <a:gd name="T9" fmla="*/ 0 h 362"/>
              <a:gd name="T10" fmla="*/ 0 w 251"/>
              <a:gd name="T11" fmla="*/ 69 h 362"/>
              <a:gd name="T12" fmla="*/ 111 w 251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362">
                <a:moveTo>
                  <a:pt x="111" y="182"/>
                </a:moveTo>
                <a:lnTo>
                  <a:pt x="0" y="293"/>
                </a:lnTo>
                <a:lnTo>
                  <a:pt x="69" y="362"/>
                </a:lnTo>
                <a:lnTo>
                  <a:pt x="251" y="182"/>
                </a:lnTo>
                <a:lnTo>
                  <a:pt x="69" y="0"/>
                </a:lnTo>
                <a:lnTo>
                  <a:pt x="0" y="69"/>
                </a:lnTo>
                <a:lnTo>
                  <a:pt x="111" y="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50" name="Espace réservé du numéro de diapositive 2">
            <a:extLst>
              <a:ext uri="{FF2B5EF4-FFF2-40B4-BE49-F238E27FC236}">
                <a16:creationId xmlns:a16="http://schemas.microsoft.com/office/drawing/2014/main" id="{E51A6EDC-2F1C-6E4B-A825-2130D101F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20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01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8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>
          <a:xfrm>
            <a:off x="624418" y="1701801"/>
            <a:ext cx="10943727" cy="4177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11984" indent="-311984">
              <a:buSzPct val="150000"/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BF6A7D4-AEB9-424C-9806-E619616C9CEA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C4A258E7-1460-8745-AF7D-8ABF461897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41DBB8A-C300-4142-B6FE-4FE06304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4E4B1EC-438B-C84B-B400-A7B64D350F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D1DCB632-CDFF-AD47-9F0C-41A4140703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E722526F-1854-BE4F-8EA2-23C64447EF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14497248-7137-7D4B-9229-C18AED0BB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4EE2A1D0-AB3E-A445-AAB5-FCDDFBEA8E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35C0FA99-BB1B-424A-B607-CE39046BBB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610F9DA3-1A63-EA44-B72A-4BC52F9348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FA8112C9-3919-0544-974C-5B17549FD6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42" name="Espace réservé du numéro de diapositive 2">
            <a:extLst>
              <a:ext uri="{FF2B5EF4-FFF2-40B4-BE49-F238E27FC236}">
                <a16:creationId xmlns:a16="http://schemas.microsoft.com/office/drawing/2014/main" id="{C756A86E-48B6-414D-9DF7-3C88B7568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05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G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8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>
          <a:xfrm>
            <a:off x="624418" y="1701801"/>
            <a:ext cx="10943727" cy="4177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11984" indent="-311984">
              <a:buSzPct val="150000"/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C7D89CF-A1C2-AD46-8FDE-5C22D2F8F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25BDB1D6-5E29-3E43-9EE7-3A9CE638F10B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1CDDEE3-682B-EA47-95A1-DA26B640D3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DFE5CFEE-7BFB-B446-BDAA-623D0387AC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1419AAEC-8C28-244E-B0C8-6F855F085D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4D3BF828-D03E-CA4A-9DC0-7938AE8C3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B6E99348-C98D-614F-AC83-BC3814DB8A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3FEDCC6D-C299-FE4F-9F8F-4B774EC2DB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8FB3EEEA-B8B7-ED4D-8535-E92F3CB44B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0322FEF3-CBD8-6644-9005-1D5F86921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CD36A0E0-B58E-CA42-AF77-34BA91514D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D308B464-8575-FF46-9C57-20F7641944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63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_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8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>
          <a:xfrm>
            <a:off x="624418" y="1701801"/>
            <a:ext cx="10943727" cy="4177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11984" indent="-311984">
              <a:buSzPct val="150000"/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E4270F7-FA8D-6847-A74D-E6FCB8F8BBE9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7C88CC83-5C2E-E343-973E-9EC2571929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51E84D2-A2F0-E94B-BEB5-FAE939434C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59268CE8-C43D-7B49-8165-1247E47DD1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63912397-0D41-FB4E-990C-BE59610B30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8A341DA7-67C1-BC4F-9339-E786124B7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293C9A74-2ECB-AA4B-BBA6-9A9E65BA44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B0D0D9E-B717-1A4E-94A5-8E9DB1049E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ED53547B-BD19-7D4F-92A5-97C92E441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BE0BB6F3-AEFF-A94D-9D18-D0C91551C8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9F80BE36-3765-D54B-8E7F-5BAA01DF8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37" name="Espace réservé du numéro de diapositive 2">
            <a:extLst>
              <a:ext uri="{FF2B5EF4-FFF2-40B4-BE49-F238E27FC236}">
                <a16:creationId xmlns:a16="http://schemas.microsoft.com/office/drawing/2014/main" id="{B923EC2E-547D-294F-812E-2F2CE6A8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71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8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/>
            </a:lvl1pPr>
          </a:lstStyle>
          <a:p>
            <a:r>
              <a:rPr lang="fr-FR"/>
              <a:t>Cliquez et modifiez le titre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BF6A7D4-AEB9-424C-9806-E619616C9CEA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C4A258E7-1460-8745-AF7D-8ABF461897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41DBB8A-C300-4142-B6FE-4FE06304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4E4B1EC-438B-C84B-B400-A7B64D350F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D1DCB632-CDFF-AD47-9F0C-41A4140703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E722526F-1854-BE4F-8EA2-23C64447EF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14497248-7137-7D4B-9229-C18AED0BB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4EE2A1D0-AB3E-A445-AAB5-FCDDFBEA8E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35C0FA99-BB1B-424A-B607-CE39046BBB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610F9DA3-1A63-EA44-B72A-4BC52F9348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FA8112C9-3919-0544-974C-5B17549FD6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42" name="Espace réservé du numéro de diapositive 2">
            <a:extLst>
              <a:ext uri="{FF2B5EF4-FFF2-40B4-BE49-F238E27FC236}">
                <a16:creationId xmlns:a16="http://schemas.microsoft.com/office/drawing/2014/main" id="{C756A86E-48B6-414D-9DF7-3C88B7568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63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_G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8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C7D89CF-A1C2-AD46-8FDE-5C22D2F8F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25BDB1D6-5E29-3E43-9EE7-3A9CE638F10B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1CDDEE3-682B-EA47-95A1-DA26B640D3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DFE5CFEE-7BFB-B446-BDAA-623D0387AC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1419AAEC-8C28-244E-B0C8-6F855F085D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4D3BF828-D03E-CA4A-9DC0-7938AE8C3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B6E99348-C98D-614F-AC83-BC3814DB8A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3FEDCC6D-C299-FE4F-9F8F-4B774EC2DB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8FB3EEEA-B8B7-ED4D-8535-E92F3CB44B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0322FEF3-CBD8-6644-9005-1D5F86921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CD36A0E0-B58E-CA42-AF77-34BA91514D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D308B464-8575-FF46-9C57-20F7641944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498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_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8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E4270F7-FA8D-6847-A74D-E6FCB8F8BBE9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7C88CC83-5C2E-E343-973E-9EC2571929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51E84D2-A2F0-E94B-BEB5-FAE939434C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59268CE8-C43D-7B49-8165-1247E47DD1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63912397-0D41-FB4E-990C-BE59610B30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8A341DA7-67C1-BC4F-9339-E786124B7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293C9A74-2ECB-AA4B-BBA6-9A9E65BA44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B0D0D9E-B717-1A4E-94A5-8E9DB1049E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ED53547B-BD19-7D4F-92A5-97C92E441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BE0BB6F3-AEFF-A94D-9D18-D0C91551C8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9F80BE36-3765-D54B-8E7F-5BAA01DF8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37" name="Espace réservé du numéro de diapositive 2">
            <a:extLst>
              <a:ext uri="{FF2B5EF4-FFF2-40B4-BE49-F238E27FC236}">
                <a16:creationId xmlns:a16="http://schemas.microsoft.com/office/drawing/2014/main" id="{B923EC2E-547D-294F-812E-2F2CE6A8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95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7BF6A7D4-AEB9-424C-9806-E619616C9CEA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C4A258E7-1460-8745-AF7D-8ABF461897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41DBB8A-C300-4142-B6FE-4FE06304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4E4B1EC-438B-C84B-B400-A7B64D350F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D1DCB632-CDFF-AD47-9F0C-41A4140703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E722526F-1854-BE4F-8EA2-23C64447EF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14497248-7137-7D4B-9229-C18AED0BB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4EE2A1D0-AB3E-A445-AAB5-FCDDFBEA8E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35C0FA99-BB1B-424A-B607-CE39046BBB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610F9DA3-1A63-EA44-B72A-4BC52F9348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FA8112C9-3919-0544-974C-5B17549FD6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42" name="Espace réservé du numéro de diapositive 2">
            <a:extLst>
              <a:ext uri="{FF2B5EF4-FFF2-40B4-BE49-F238E27FC236}">
                <a16:creationId xmlns:a16="http://schemas.microsoft.com/office/drawing/2014/main" id="{C756A86E-48B6-414D-9DF7-3C88B7568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04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_G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C7D89CF-A1C2-AD46-8FDE-5C22D2F8F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25BDB1D6-5E29-3E43-9EE7-3A9CE638F10B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1CDDEE3-682B-EA47-95A1-DA26B640D3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DFE5CFEE-7BFB-B446-BDAA-623D0387AC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1419AAEC-8C28-244E-B0C8-6F855F085D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4D3BF828-D03E-CA4A-9DC0-7938AE8C3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B6E99348-C98D-614F-AC83-BC3814DB8A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3FEDCC6D-C299-FE4F-9F8F-4B774EC2DB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8FB3EEEA-B8B7-ED4D-8535-E92F3CB44B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0322FEF3-CBD8-6644-9005-1D5F86921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CD36A0E0-B58E-CA42-AF77-34BA91514D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D308B464-8575-FF46-9C57-20F7641944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9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_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3E4270F7-FA8D-6847-A74D-E6FCB8F8BBE9}"/>
              </a:ext>
            </a:extLst>
          </p:cNvPr>
          <p:cNvGrpSpPr/>
          <p:nvPr userDrawn="1"/>
        </p:nvGrpSpPr>
        <p:grpSpPr>
          <a:xfrm>
            <a:off x="10368229" y="6400817"/>
            <a:ext cx="1197084" cy="245804"/>
            <a:chOff x="490770" y="1013618"/>
            <a:chExt cx="2559050" cy="525463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7C88CC83-5C2E-E343-973E-9EC2571929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013618"/>
              <a:ext cx="287338" cy="200025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51E84D2-A2F0-E94B-BEB5-FAE939434C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8245" y="1339056"/>
              <a:ext cx="287338" cy="200025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59268CE8-C43D-7B49-8165-1247E47DD1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4620" y="1132681"/>
              <a:ext cx="200025" cy="287337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63912397-0D41-FB4E-990C-BE59610B30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0770" y="1132681"/>
              <a:ext cx="198438" cy="287337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8A341DA7-67C1-BC4F-9339-E786124B7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2920" y="1097756"/>
              <a:ext cx="314325" cy="349250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293C9A74-2ECB-AA4B-BBA6-9A9E65BA44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30583" y="1197768"/>
              <a:ext cx="241300" cy="257175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B0D0D9E-B717-1A4E-94A5-8E9DB1049E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95695" y="1197768"/>
              <a:ext cx="263525" cy="257175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ED53547B-BD19-7D4F-92A5-97C92E441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9695" y="1097756"/>
              <a:ext cx="323850" cy="349250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BE0BB6F3-AEFF-A94D-9D18-D0C91551C8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57670" y="1197768"/>
              <a:ext cx="255588" cy="257175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9F80BE36-3765-D54B-8E7F-5BAA01DF8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6120" y="1197768"/>
              <a:ext cx="393700" cy="249237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37" name="Espace réservé du numéro de diapositive 2">
            <a:extLst>
              <a:ext uri="{FF2B5EF4-FFF2-40B4-BE49-F238E27FC236}">
                <a16:creationId xmlns:a16="http://schemas.microsoft.com/office/drawing/2014/main" id="{B923EC2E-547D-294F-812E-2F2CE6A8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399" y="6455467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47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Notic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ZoneTexte 22">
            <a:extLst>
              <a:ext uri="{FF2B5EF4-FFF2-40B4-BE49-F238E27FC236}">
                <a16:creationId xmlns:a16="http://schemas.microsoft.com/office/drawing/2014/main" id="{8CFA4BD8-5E41-814C-9853-2B9855606C1E}"/>
              </a:ext>
            </a:extLst>
          </p:cNvPr>
          <p:cNvSpPr txBox="1"/>
          <p:nvPr userDrawn="1"/>
        </p:nvSpPr>
        <p:spPr>
          <a:xfrm>
            <a:off x="624417" y="4999593"/>
            <a:ext cx="1094316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609585"/>
            <a:r>
              <a:rPr lang="en-US" sz="2000" b="1">
                <a:solidFill>
                  <a:srgbClr val="0ED8B8"/>
                </a:solidFill>
                <a:cs typeface="Helvetica"/>
              </a:rPr>
              <a:t>www.neoxam.com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26890666-954B-FF49-9AF5-FFD1EA8EC5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896000" y="5432901"/>
            <a:ext cx="2400000" cy="445084"/>
            <a:chOff x="1881439" y="1939334"/>
            <a:chExt cx="1712033" cy="317500"/>
          </a:xfrm>
        </p:grpSpPr>
        <p:pic>
          <p:nvPicPr>
            <p:cNvPr id="25" name="Image 24">
              <a:hlinkClick r:id="rId2"/>
              <a:extLst>
                <a:ext uri="{FF2B5EF4-FFF2-40B4-BE49-F238E27FC236}">
                  <a16:creationId xmlns:a16="http://schemas.microsoft.com/office/drawing/2014/main" id="{4511B2D8-27CB-5249-8538-001B450C9E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881439" y="1939334"/>
              <a:ext cx="317500" cy="317500"/>
            </a:xfrm>
            <a:prstGeom prst="rect">
              <a:avLst/>
            </a:prstGeom>
          </p:spPr>
        </p:pic>
        <p:pic>
          <p:nvPicPr>
            <p:cNvPr id="26" name="Image 25">
              <a:hlinkClick r:id="rId4"/>
              <a:extLst>
                <a:ext uri="{FF2B5EF4-FFF2-40B4-BE49-F238E27FC236}">
                  <a16:creationId xmlns:a16="http://schemas.microsoft.com/office/drawing/2014/main" id="{69F0ED9A-C1A0-3E41-B787-285276A63A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2230072" y="1939334"/>
              <a:ext cx="317500" cy="317500"/>
            </a:xfrm>
            <a:prstGeom prst="rect">
              <a:avLst/>
            </a:prstGeom>
          </p:spPr>
        </p:pic>
        <p:pic>
          <p:nvPicPr>
            <p:cNvPr id="27" name="Image 26">
              <a:hlinkClick r:id="rId6"/>
              <a:extLst>
                <a:ext uri="{FF2B5EF4-FFF2-40B4-BE49-F238E27FC236}">
                  <a16:creationId xmlns:a16="http://schemas.microsoft.com/office/drawing/2014/main" id="{C722D1CA-5F94-E14A-B025-FB657306B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2578705" y="1939334"/>
              <a:ext cx="317500" cy="317500"/>
            </a:xfrm>
            <a:prstGeom prst="rect">
              <a:avLst/>
            </a:prstGeom>
          </p:spPr>
        </p:pic>
        <p:pic>
          <p:nvPicPr>
            <p:cNvPr id="28" name="Image 27">
              <a:hlinkClick r:id="rId8"/>
              <a:extLst>
                <a:ext uri="{FF2B5EF4-FFF2-40B4-BE49-F238E27FC236}">
                  <a16:creationId xmlns:a16="http://schemas.microsoft.com/office/drawing/2014/main" id="{BE0BD049-1167-4D4F-9B23-22722F4923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2927338" y="1939334"/>
              <a:ext cx="317500" cy="317500"/>
            </a:xfrm>
            <a:prstGeom prst="rect">
              <a:avLst/>
            </a:prstGeom>
          </p:spPr>
        </p:pic>
        <p:pic>
          <p:nvPicPr>
            <p:cNvPr id="29" name="Image 28">
              <a:hlinkClick r:id="rId10"/>
              <a:extLst>
                <a:ext uri="{FF2B5EF4-FFF2-40B4-BE49-F238E27FC236}">
                  <a16:creationId xmlns:a16="http://schemas.microsoft.com/office/drawing/2014/main" id="{310DF550-682A-C840-A00D-81965129EF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3275972" y="1939334"/>
              <a:ext cx="317500" cy="317500"/>
            </a:xfrm>
            <a:prstGeom prst="rect">
              <a:avLst/>
            </a:prstGeom>
          </p:spPr>
        </p:pic>
      </p:grpSp>
      <p:pic>
        <p:nvPicPr>
          <p:cNvPr id="30" name="Graphique 29">
            <a:extLst>
              <a:ext uri="{FF2B5EF4-FFF2-40B4-BE49-F238E27FC236}">
                <a16:creationId xmlns:a16="http://schemas.microsoft.com/office/drawing/2014/main" id="{EE4E5B51-6FBF-844E-A572-977F073A9C4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64933" y="1701801"/>
            <a:ext cx="8265600" cy="16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6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4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6779" y="165099"/>
            <a:ext cx="10510805" cy="1200151"/>
          </a:xfrm>
        </p:spPr>
        <p:txBody>
          <a:bodyPr anchor="ctr"/>
          <a:lstStyle>
            <a:lvl1pPr>
              <a:defRPr>
                <a:solidFill>
                  <a:srgbClr val="2B2965"/>
                </a:solidFill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09585"/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1056218" y="1701801"/>
            <a:ext cx="10511367" cy="4415367"/>
          </a:xfrm>
        </p:spPr>
        <p:txBody>
          <a:bodyPr/>
          <a:lstStyle>
            <a:lvl3pPr>
              <a:buClr>
                <a:srgbClr val="2B2965"/>
              </a:buClr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9264651" y="6481993"/>
            <a:ext cx="2302933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09585"/>
            <a:r>
              <a:rPr lang="fr-FR" sz="1333">
                <a:solidFill>
                  <a:srgbClr val="F17D00"/>
                </a:solidFill>
              </a:rPr>
              <a:t>www.neoxam.com</a:t>
            </a:r>
          </a:p>
        </p:txBody>
      </p:sp>
    </p:spTree>
    <p:extLst>
      <p:ext uri="{BB962C8B-B14F-4D97-AF65-F5344CB8AC3E}">
        <p14:creationId xmlns:p14="http://schemas.microsoft.com/office/powerpoint/2010/main" val="170674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Interlay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H="1">
            <a:off x="4066427" y="1701800"/>
            <a:ext cx="116841" cy="2773075"/>
          </a:xfrm>
          <a:prstGeom prst="rect">
            <a:avLst/>
          </a:prstGeom>
          <a:solidFill>
            <a:srgbClr val="F1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fr-FR" sz="2400">
              <a:solidFill>
                <a:srgbClr val="FFFFFF"/>
              </a:solidFill>
            </a:endParaRP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4401522" y="1701801"/>
            <a:ext cx="7166063" cy="2773073"/>
          </a:xfrm>
        </p:spPr>
        <p:txBody>
          <a:bodyPr anchor="ctr">
            <a:normAutofit/>
          </a:bodyPr>
          <a:lstStyle>
            <a:lvl1pPr marL="0" indent="0" algn="l">
              <a:lnSpc>
                <a:spcPts val="3733"/>
              </a:lnSpc>
              <a:buNone/>
              <a:defRPr sz="3733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9264651" y="6481993"/>
            <a:ext cx="2302933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09585"/>
            <a:r>
              <a:rPr lang="fr-FR" sz="1333">
                <a:solidFill>
                  <a:srgbClr val="F17D00"/>
                </a:solidFill>
              </a:rPr>
              <a:t>www.neoxam.com</a:t>
            </a:r>
          </a:p>
        </p:txBody>
      </p:sp>
    </p:spTree>
    <p:extLst>
      <p:ext uri="{BB962C8B-B14F-4D97-AF65-F5344CB8AC3E}">
        <p14:creationId xmlns:p14="http://schemas.microsoft.com/office/powerpoint/2010/main" val="257979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6779" y="165105"/>
            <a:ext cx="10510805" cy="1200151"/>
          </a:xfrm>
        </p:spPr>
        <p:txBody>
          <a:bodyPr anchor="ctr"/>
          <a:lstStyle>
            <a:lvl1pPr>
              <a:defRPr>
                <a:solidFill>
                  <a:srgbClr val="2B2965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1056229" y="1701806"/>
            <a:ext cx="10511367" cy="441536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buClr>
                <a:srgbClr val="2B2965"/>
              </a:buCl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4001" y="6560215"/>
            <a:ext cx="336000" cy="169668"/>
          </a:xfrm>
          <a:prstGeom prst="rect">
            <a:avLst/>
          </a:prstGeom>
        </p:spPr>
        <p:txBody>
          <a:bodyPr vert="horz" lIns="0" tIns="0" rIns="0" bIns="46800" rtlCol="0" anchor="b"/>
          <a:lstStyle>
            <a:lvl1pPr algn="ctr">
              <a:defRPr sz="900">
                <a:solidFill>
                  <a:schemeClr val="bg1"/>
                </a:solidFill>
                <a:latin typeface="+mn-lt"/>
                <a:cs typeface="Helvetica"/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264651" y="6575995"/>
            <a:ext cx="230293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09585"/>
            <a:r>
              <a:rPr lang="fr-FR" sz="1000">
                <a:solidFill>
                  <a:srgbClr val="F17D00"/>
                </a:solidFill>
              </a:rPr>
              <a:t>www.neoxam.com</a:t>
            </a:r>
          </a:p>
        </p:txBody>
      </p:sp>
    </p:spTree>
    <p:extLst>
      <p:ext uri="{BB962C8B-B14F-4D97-AF65-F5344CB8AC3E}">
        <p14:creationId xmlns:p14="http://schemas.microsoft.com/office/powerpoint/2010/main" val="364054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6779" y="165105"/>
            <a:ext cx="10510805" cy="1200151"/>
          </a:xfrm>
        </p:spPr>
        <p:txBody>
          <a:bodyPr anchor="ctr"/>
          <a:lstStyle>
            <a:lvl1pPr>
              <a:defRPr>
                <a:solidFill>
                  <a:srgbClr val="2B2965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1056229" y="1701806"/>
            <a:ext cx="10511367" cy="441536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buClr>
                <a:srgbClr val="2B2965"/>
              </a:buCl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4001" y="6560215"/>
            <a:ext cx="336000" cy="169668"/>
          </a:xfrm>
          <a:prstGeom prst="rect">
            <a:avLst/>
          </a:prstGeom>
        </p:spPr>
        <p:txBody>
          <a:bodyPr vert="horz" lIns="0" tIns="0" rIns="0" bIns="46800" rtlCol="0" anchor="b"/>
          <a:lstStyle>
            <a:lvl1pPr algn="ctr">
              <a:defRPr sz="900">
                <a:solidFill>
                  <a:schemeClr val="bg1"/>
                </a:solidFill>
                <a:latin typeface="+mn-lt"/>
                <a:cs typeface="Helvetica"/>
              </a:defRPr>
            </a:lvl1pPr>
          </a:lstStyle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264651" y="6575995"/>
            <a:ext cx="230293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09585"/>
            <a:r>
              <a:rPr lang="fr-FR" sz="1000">
                <a:solidFill>
                  <a:srgbClr val="F17D00"/>
                </a:solidFill>
              </a:rPr>
              <a:t>www.neoxam.com</a:t>
            </a:r>
          </a:p>
        </p:txBody>
      </p:sp>
    </p:spTree>
    <p:extLst>
      <p:ext uri="{BB962C8B-B14F-4D97-AF65-F5344CB8AC3E}">
        <p14:creationId xmlns:p14="http://schemas.microsoft.com/office/powerpoint/2010/main" val="164792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585"/>
            <a:endParaRPr lang="fr-FR">
              <a:solidFill>
                <a:srgbClr val="22211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585"/>
            <a:r>
              <a:rPr lang="fr-FR">
                <a:solidFill>
                  <a:srgbClr val="22211F"/>
                </a:solidFill>
              </a:rPr>
              <a:t>- </a:t>
            </a:r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r>
              <a:rPr lang="fr-FR">
                <a:solidFill>
                  <a:srgbClr val="22211F"/>
                </a:solidFill>
              </a:rPr>
              <a:t> -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  <p:sp>
        <p:nvSpPr>
          <p:cNvPr id="8" name="Espace réservé du contenu 7"/>
          <p:cNvSpPr>
            <a:spLocks noGrp="1"/>
          </p:cNvSpPr>
          <p:nvPr>
            <p:ph sz="quarter" idx="13"/>
          </p:nvPr>
        </p:nvSpPr>
        <p:spPr>
          <a:xfrm>
            <a:off x="1056779" y="1372575"/>
            <a:ext cx="10525621" cy="4752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 sz="18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056778" y="152398"/>
            <a:ext cx="10525623" cy="874716"/>
          </a:xfrm>
        </p:spPr>
        <p:txBody>
          <a:bodyPr anchor="t"/>
          <a:lstStyle>
            <a:lvl1pPr algn="l">
              <a:defRPr>
                <a:latin typeface="Helvetica"/>
                <a:cs typeface="Helvetica"/>
              </a:defRPr>
            </a:lvl1pPr>
          </a:lstStyle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8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585"/>
            <a:endParaRPr lang="fr-FR">
              <a:solidFill>
                <a:srgbClr val="22211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585"/>
            <a:r>
              <a:rPr lang="fr-FR">
                <a:solidFill>
                  <a:srgbClr val="22211F"/>
                </a:solidFill>
              </a:rPr>
              <a:t>- </a:t>
            </a:r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r>
              <a:rPr lang="fr-FR">
                <a:solidFill>
                  <a:srgbClr val="22211F"/>
                </a:solidFill>
              </a:rPr>
              <a:t> -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  <p:sp>
        <p:nvSpPr>
          <p:cNvPr id="8" name="Espace réservé du contenu 7"/>
          <p:cNvSpPr>
            <a:spLocks noGrp="1"/>
          </p:cNvSpPr>
          <p:nvPr>
            <p:ph sz="quarter" idx="13"/>
          </p:nvPr>
        </p:nvSpPr>
        <p:spPr>
          <a:xfrm>
            <a:off x="1056779" y="1372575"/>
            <a:ext cx="10525621" cy="4752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 sz="18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056778" y="152398"/>
            <a:ext cx="10525623" cy="874716"/>
          </a:xfrm>
        </p:spPr>
        <p:txBody>
          <a:bodyPr anchor="t"/>
          <a:lstStyle>
            <a:lvl1pPr algn="l">
              <a:defRPr>
                <a:latin typeface="Helvetica"/>
                <a:cs typeface="Helvetica"/>
              </a:defRPr>
            </a:lvl1pPr>
          </a:lstStyle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0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585"/>
            <a:endParaRPr lang="fr-FR">
              <a:solidFill>
                <a:srgbClr val="22211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585"/>
            <a:r>
              <a:rPr lang="fr-FR">
                <a:solidFill>
                  <a:srgbClr val="22211F"/>
                </a:solidFill>
              </a:rPr>
              <a:t>- </a:t>
            </a:r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r>
              <a:rPr lang="fr-FR">
                <a:solidFill>
                  <a:srgbClr val="22211F"/>
                </a:solidFill>
              </a:rPr>
              <a:t> -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  <p:sp>
        <p:nvSpPr>
          <p:cNvPr id="8" name="Espace réservé du contenu 7"/>
          <p:cNvSpPr>
            <a:spLocks noGrp="1"/>
          </p:cNvSpPr>
          <p:nvPr>
            <p:ph sz="quarter" idx="13"/>
          </p:nvPr>
        </p:nvSpPr>
        <p:spPr>
          <a:xfrm>
            <a:off x="1056779" y="1372575"/>
            <a:ext cx="10525621" cy="4752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 sz="18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056778" y="152398"/>
            <a:ext cx="10525623" cy="874716"/>
          </a:xfrm>
        </p:spPr>
        <p:txBody>
          <a:bodyPr anchor="t"/>
          <a:lstStyle>
            <a:lvl1pPr algn="l">
              <a:defRPr>
                <a:latin typeface="Helvetica"/>
                <a:cs typeface="Helvetica"/>
              </a:defRPr>
            </a:lvl1pPr>
          </a:lstStyle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7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585"/>
            <a:endParaRPr lang="fr-FR">
              <a:solidFill>
                <a:srgbClr val="22211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585"/>
            <a:r>
              <a:rPr lang="fr-FR">
                <a:solidFill>
                  <a:srgbClr val="22211F"/>
                </a:solidFill>
              </a:rPr>
              <a:t>- </a:t>
            </a:r>
            <a:fld id="{2ACAC032-C16A-B941-AEF9-9BF179805C4A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r>
              <a:rPr lang="fr-FR">
                <a:solidFill>
                  <a:srgbClr val="22211F"/>
                </a:solidFill>
              </a:rPr>
              <a:t> -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  <p:sp>
        <p:nvSpPr>
          <p:cNvPr id="8" name="Espace réservé du contenu 7"/>
          <p:cNvSpPr>
            <a:spLocks noGrp="1"/>
          </p:cNvSpPr>
          <p:nvPr>
            <p:ph sz="quarter" idx="13"/>
          </p:nvPr>
        </p:nvSpPr>
        <p:spPr>
          <a:xfrm>
            <a:off x="1056779" y="1372575"/>
            <a:ext cx="10525621" cy="4752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 sz="18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056778" y="152398"/>
            <a:ext cx="10525623" cy="874716"/>
          </a:xfrm>
        </p:spPr>
        <p:txBody>
          <a:bodyPr anchor="t"/>
          <a:lstStyle>
            <a:lvl1pPr algn="l">
              <a:defRPr>
                <a:latin typeface="Helvetica"/>
                <a:cs typeface="Helvetica"/>
              </a:defRPr>
            </a:lvl1pPr>
          </a:lstStyle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0533" y="6361049"/>
            <a:ext cx="1930400" cy="48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8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_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r 12"/>
          <p:cNvGrpSpPr/>
          <p:nvPr userDrawn="1"/>
        </p:nvGrpSpPr>
        <p:grpSpPr>
          <a:xfrm>
            <a:off x="207966" y="-43544"/>
            <a:ext cx="1646461" cy="1234847"/>
            <a:chOff x="155974" y="-43543"/>
            <a:chExt cx="1234846" cy="1234846"/>
          </a:xfrm>
        </p:grpSpPr>
        <p:sp>
          <p:nvSpPr>
            <p:cNvPr id="15" name="Ellipse 14"/>
            <p:cNvSpPr/>
            <p:nvPr userDrawn="1"/>
          </p:nvSpPr>
          <p:spPr>
            <a:xfrm>
              <a:off x="155974" y="-43543"/>
              <a:ext cx="1234846" cy="1234846"/>
            </a:xfrm>
            <a:prstGeom prst="ellipse">
              <a:avLst/>
            </a:prstGeom>
            <a:gradFill flip="none" rotWithShape="1">
              <a:gsLst>
                <a:gs pos="3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 w="508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fr-FR" sz="1800">
                <a:solidFill>
                  <a:srgbClr val="FFFFFF"/>
                </a:solidFill>
              </a:endParaRPr>
            </a:p>
          </p:txBody>
        </p:sp>
        <p:grpSp>
          <p:nvGrpSpPr>
            <p:cNvPr id="16" name="Grouper 15"/>
            <p:cNvGrpSpPr/>
            <p:nvPr userDrawn="1"/>
          </p:nvGrpSpPr>
          <p:grpSpPr>
            <a:xfrm>
              <a:off x="230664" y="5943"/>
              <a:ext cx="1121715" cy="1121715"/>
              <a:chOff x="1335480" y="1193074"/>
              <a:chExt cx="1421354" cy="1421353"/>
            </a:xfrm>
          </p:grpSpPr>
          <p:sp>
            <p:nvSpPr>
              <p:cNvPr id="17" name="Ellipse 16"/>
              <p:cNvSpPr/>
              <p:nvPr userDrawn="1"/>
            </p:nvSpPr>
            <p:spPr>
              <a:xfrm>
                <a:off x="1335480" y="1193074"/>
                <a:ext cx="1421354" cy="1421353"/>
              </a:xfrm>
              <a:prstGeom prst="ellipse">
                <a:avLst/>
              </a:prstGeom>
              <a:noFill/>
              <a:ln w="25400">
                <a:gradFill flip="none" rotWithShape="1">
                  <a:gsLst>
                    <a:gs pos="0">
                      <a:srgbClr val="F17D00"/>
                    </a:gs>
                    <a:gs pos="75000">
                      <a:srgbClr val="F17D00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585"/>
                <a:endParaRPr lang="fr-FR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Ellipse 17"/>
              <p:cNvSpPr/>
              <p:nvPr userDrawn="1"/>
            </p:nvSpPr>
            <p:spPr>
              <a:xfrm>
                <a:off x="1491026" y="1348620"/>
                <a:ext cx="1110262" cy="1110262"/>
              </a:xfrm>
              <a:prstGeom prst="ellipse">
                <a:avLst/>
              </a:prstGeom>
              <a:noFill/>
              <a:ln w="98425">
                <a:gradFill flip="none" rotWithShape="1">
                  <a:gsLst>
                    <a:gs pos="0">
                      <a:srgbClr val="F17D00"/>
                    </a:gs>
                    <a:gs pos="75000">
                      <a:srgbClr val="F17D00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585"/>
                <a:endParaRPr lang="fr-FR" sz="18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6779" y="165105"/>
            <a:ext cx="10510805" cy="1200151"/>
          </a:xfrm>
        </p:spPr>
        <p:txBody>
          <a:bodyPr anchor="ctr"/>
          <a:lstStyle>
            <a:lvl1pPr>
              <a:defRPr>
                <a:solidFill>
                  <a:srgbClr val="2B2965"/>
                </a:solidFill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1056779" y="1701806"/>
            <a:ext cx="10510805" cy="4415367"/>
          </a:xfrm>
        </p:spPr>
        <p:txBody>
          <a:bodyPr/>
          <a:lstStyle>
            <a:lvl3pPr>
              <a:buClr>
                <a:srgbClr val="2B2965"/>
              </a:buClr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4001" y="6560215"/>
            <a:ext cx="336000" cy="169668"/>
          </a:xfrm>
          <a:prstGeom prst="rect">
            <a:avLst/>
          </a:prstGeom>
        </p:spPr>
        <p:txBody>
          <a:bodyPr vert="horz" lIns="0" tIns="0" rIns="0" bIns="46800" rtlCol="0" anchor="b"/>
          <a:lstStyle>
            <a:lvl1pPr algn="ctr">
              <a:defRPr sz="900">
                <a:solidFill>
                  <a:srgbClr val="2B2965"/>
                </a:solidFill>
                <a:latin typeface="+mn-lt"/>
                <a:cs typeface="Helvetica"/>
              </a:defRPr>
            </a:lvl1pPr>
          </a:lstStyle>
          <a:p>
            <a:pPr defTabSz="609585"/>
            <a:fld id="{2ACAC032-C16A-B941-AEF9-9BF179805C4A}" type="slidenum">
              <a:rPr lang="fr-FR" smtClean="0"/>
              <a:pPr defTabSz="609585"/>
              <a:t>‹N°›</a:t>
            </a:fld>
            <a:endParaRPr lang="fr-FR"/>
          </a:p>
        </p:txBody>
      </p:sp>
      <p:grpSp>
        <p:nvGrpSpPr>
          <p:cNvPr id="75" name="Groupe 834"/>
          <p:cNvGrpSpPr/>
          <p:nvPr userDrawn="1"/>
        </p:nvGrpSpPr>
        <p:grpSpPr>
          <a:xfrm>
            <a:off x="10604192" y="6547096"/>
            <a:ext cx="963392" cy="182787"/>
            <a:chOff x="698500" y="766763"/>
            <a:chExt cx="3200400" cy="809625"/>
          </a:xfrm>
          <a:solidFill>
            <a:srgbClr val="2B2965"/>
          </a:solidFill>
        </p:grpSpPr>
        <p:sp>
          <p:nvSpPr>
            <p:cNvPr id="76" name="Freeform 11"/>
            <p:cNvSpPr>
              <a:spLocks/>
            </p:cNvSpPr>
            <p:nvPr/>
          </p:nvSpPr>
          <p:spPr bwMode="auto">
            <a:xfrm>
              <a:off x="1277938" y="922338"/>
              <a:ext cx="465138" cy="477838"/>
            </a:xfrm>
            <a:custGeom>
              <a:avLst/>
              <a:gdLst>
                <a:gd name="T0" fmla="*/ 49 w 1293"/>
                <a:gd name="T1" fmla="*/ 1331 h 1331"/>
                <a:gd name="T2" fmla="*/ 884 w 1293"/>
                <a:gd name="T3" fmla="*/ 1331 h 1331"/>
                <a:gd name="T4" fmla="*/ 955 w 1293"/>
                <a:gd name="T5" fmla="*/ 1277 h 1331"/>
                <a:gd name="T6" fmla="*/ 985 w 1293"/>
                <a:gd name="T7" fmla="*/ 1174 h 1331"/>
                <a:gd name="T8" fmla="*/ 945 w 1293"/>
                <a:gd name="T9" fmla="*/ 1120 h 1331"/>
                <a:gd name="T10" fmla="*/ 331 w 1293"/>
                <a:gd name="T11" fmla="*/ 1120 h 1331"/>
                <a:gd name="T12" fmla="*/ 291 w 1293"/>
                <a:gd name="T13" fmla="*/ 1066 h 1331"/>
                <a:gd name="T14" fmla="*/ 361 w 1293"/>
                <a:gd name="T15" fmla="*/ 817 h 1331"/>
                <a:gd name="T16" fmla="*/ 433 w 1293"/>
                <a:gd name="T17" fmla="*/ 764 h 1331"/>
                <a:gd name="T18" fmla="*/ 953 w 1293"/>
                <a:gd name="T19" fmla="*/ 764 h 1331"/>
                <a:gd name="T20" fmla="*/ 1024 w 1293"/>
                <a:gd name="T21" fmla="*/ 710 h 1331"/>
                <a:gd name="T22" fmla="*/ 1050 w 1293"/>
                <a:gd name="T23" fmla="*/ 617 h 1331"/>
                <a:gd name="T24" fmla="*/ 1010 w 1293"/>
                <a:gd name="T25" fmla="*/ 564 h 1331"/>
                <a:gd name="T26" fmla="*/ 490 w 1293"/>
                <a:gd name="T27" fmla="*/ 564 h 1331"/>
                <a:gd name="T28" fmla="*/ 450 w 1293"/>
                <a:gd name="T29" fmla="*/ 510 h 1331"/>
                <a:gd name="T30" fmla="*/ 520 w 1293"/>
                <a:gd name="T31" fmla="*/ 265 h 1331"/>
                <a:gd name="T32" fmla="*/ 591 w 1293"/>
                <a:gd name="T33" fmla="*/ 211 h 1331"/>
                <a:gd name="T34" fmla="*/ 1183 w 1293"/>
                <a:gd name="T35" fmla="*/ 211 h 1331"/>
                <a:gd name="T36" fmla="*/ 1254 w 1293"/>
                <a:gd name="T37" fmla="*/ 157 h 1331"/>
                <a:gd name="T38" fmla="*/ 1284 w 1293"/>
                <a:gd name="T39" fmla="*/ 54 h 1331"/>
                <a:gd name="T40" fmla="*/ 1244 w 1293"/>
                <a:gd name="T41" fmla="*/ 0 h 1331"/>
                <a:gd name="T42" fmla="*/ 431 w 1293"/>
                <a:gd name="T43" fmla="*/ 0 h 1331"/>
                <a:gd name="T44" fmla="*/ 361 w 1293"/>
                <a:gd name="T45" fmla="*/ 54 h 1331"/>
                <a:gd name="T46" fmla="*/ 15 w 1293"/>
                <a:gd name="T47" fmla="*/ 1274 h 1331"/>
                <a:gd name="T48" fmla="*/ 49 w 1293"/>
                <a:gd name="T49" fmla="*/ 1331 h 1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93" h="1331">
                  <a:moveTo>
                    <a:pt x="49" y="1331"/>
                  </a:moveTo>
                  <a:lnTo>
                    <a:pt x="884" y="1331"/>
                  </a:lnTo>
                  <a:cubicBezTo>
                    <a:pt x="914" y="1331"/>
                    <a:pt x="946" y="1308"/>
                    <a:pt x="955" y="1277"/>
                  </a:cubicBezTo>
                  <a:lnTo>
                    <a:pt x="985" y="1174"/>
                  </a:lnTo>
                  <a:cubicBezTo>
                    <a:pt x="994" y="1145"/>
                    <a:pt x="975" y="1120"/>
                    <a:pt x="945" y="1120"/>
                  </a:cubicBezTo>
                  <a:lnTo>
                    <a:pt x="331" y="1120"/>
                  </a:lnTo>
                  <a:cubicBezTo>
                    <a:pt x="301" y="1120"/>
                    <a:pt x="283" y="1096"/>
                    <a:pt x="291" y="1066"/>
                  </a:cubicBezTo>
                  <a:lnTo>
                    <a:pt x="361" y="817"/>
                  </a:lnTo>
                  <a:cubicBezTo>
                    <a:pt x="370" y="789"/>
                    <a:pt x="401" y="764"/>
                    <a:pt x="433" y="764"/>
                  </a:cubicBezTo>
                  <a:lnTo>
                    <a:pt x="953" y="764"/>
                  </a:lnTo>
                  <a:cubicBezTo>
                    <a:pt x="983" y="764"/>
                    <a:pt x="1015" y="740"/>
                    <a:pt x="1024" y="710"/>
                  </a:cubicBezTo>
                  <a:lnTo>
                    <a:pt x="1050" y="617"/>
                  </a:lnTo>
                  <a:cubicBezTo>
                    <a:pt x="1059" y="587"/>
                    <a:pt x="1040" y="564"/>
                    <a:pt x="1010" y="564"/>
                  </a:cubicBezTo>
                  <a:lnTo>
                    <a:pt x="490" y="564"/>
                  </a:lnTo>
                  <a:cubicBezTo>
                    <a:pt x="460" y="564"/>
                    <a:pt x="441" y="540"/>
                    <a:pt x="450" y="510"/>
                  </a:cubicBezTo>
                  <a:lnTo>
                    <a:pt x="520" y="265"/>
                  </a:lnTo>
                  <a:cubicBezTo>
                    <a:pt x="529" y="235"/>
                    <a:pt x="560" y="211"/>
                    <a:pt x="591" y="211"/>
                  </a:cubicBezTo>
                  <a:lnTo>
                    <a:pt x="1183" y="211"/>
                  </a:lnTo>
                  <a:cubicBezTo>
                    <a:pt x="1213" y="211"/>
                    <a:pt x="1245" y="187"/>
                    <a:pt x="1254" y="157"/>
                  </a:cubicBezTo>
                  <a:lnTo>
                    <a:pt x="1284" y="54"/>
                  </a:lnTo>
                  <a:cubicBezTo>
                    <a:pt x="1293" y="25"/>
                    <a:pt x="1274" y="0"/>
                    <a:pt x="1244" y="0"/>
                  </a:cubicBezTo>
                  <a:lnTo>
                    <a:pt x="431" y="0"/>
                  </a:lnTo>
                  <a:cubicBezTo>
                    <a:pt x="401" y="0"/>
                    <a:pt x="369" y="24"/>
                    <a:pt x="361" y="54"/>
                  </a:cubicBezTo>
                  <a:lnTo>
                    <a:pt x="15" y="1274"/>
                  </a:lnTo>
                  <a:cubicBezTo>
                    <a:pt x="0" y="1308"/>
                    <a:pt x="18" y="1331"/>
                    <a:pt x="49" y="133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fr-FR" sz="1800">
                <a:solidFill>
                  <a:srgbClr val="22211F"/>
                </a:solidFill>
              </a:endParaRPr>
            </a:p>
          </p:txBody>
        </p:sp>
        <p:sp>
          <p:nvSpPr>
            <p:cNvPr id="77" name="Freeform 12"/>
            <p:cNvSpPr>
              <a:spLocks noEditPoints="1"/>
            </p:cNvSpPr>
            <p:nvPr/>
          </p:nvSpPr>
          <p:spPr bwMode="auto">
            <a:xfrm>
              <a:off x="1727200" y="911225"/>
              <a:ext cx="538163" cy="493713"/>
            </a:xfrm>
            <a:custGeom>
              <a:avLst/>
              <a:gdLst>
                <a:gd name="T0" fmla="*/ 115 w 1495"/>
                <a:gd name="T1" fmla="*/ 1177 h 1373"/>
                <a:gd name="T2" fmla="*/ 552 w 1495"/>
                <a:gd name="T3" fmla="*/ 1373 h 1373"/>
                <a:gd name="T4" fmla="*/ 1101 w 1495"/>
                <a:gd name="T5" fmla="*/ 1177 h 1373"/>
                <a:gd name="T6" fmla="*/ 1440 w 1495"/>
                <a:gd name="T7" fmla="*/ 687 h 1373"/>
                <a:gd name="T8" fmla="*/ 1380 w 1495"/>
                <a:gd name="T9" fmla="*/ 197 h 1373"/>
                <a:gd name="T10" fmla="*/ 942 w 1495"/>
                <a:gd name="T11" fmla="*/ 0 h 1373"/>
                <a:gd name="T12" fmla="*/ 393 w 1495"/>
                <a:gd name="T13" fmla="*/ 197 h 1373"/>
                <a:gd name="T14" fmla="*/ 55 w 1495"/>
                <a:gd name="T15" fmla="*/ 687 h 1373"/>
                <a:gd name="T16" fmla="*/ 115 w 1495"/>
                <a:gd name="T17" fmla="*/ 1177 h 1373"/>
                <a:gd name="T18" fmla="*/ 282 w 1495"/>
                <a:gd name="T19" fmla="*/ 688 h 1373"/>
                <a:gd name="T20" fmla="*/ 513 w 1495"/>
                <a:gd name="T21" fmla="*/ 347 h 1373"/>
                <a:gd name="T22" fmla="*/ 883 w 1495"/>
                <a:gd name="T23" fmla="*/ 207 h 1373"/>
                <a:gd name="T24" fmla="*/ 1173 w 1495"/>
                <a:gd name="T25" fmla="*/ 347 h 1373"/>
                <a:gd name="T26" fmla="*/ 1211 w 1495"/>
                <a:gd name="T27" fmla="*/ 688 h 1373"/>
                <a:gd name="T28" fmla="*/ 980 w 1495"/>
                <a:gd name="T29" fmla="*/ 1028 h 1373"/>
                <a:gd name="T30" fmla="*/ 610 w 1495"/>
                <a:gd name="T31" fmla="*/ 1168 h 1373"/>
                <a:gd name="T32" fmla="*/ 320 w 1495"/>
                <a:gd name="T33" fmla="*/ 1028 h 1373"/>
                <a:gd name="T34" fmla="*/ 282 w 1495"/>
                <a:gd name="T35" fmla="*/ 688 h 1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95" h="1373">
                  <a:moveTo>
                    <a:pt x="115" y="1177"/>
                  </a:moveTo>
                  <a:cubicBezTo>
                    <a:pt x="211" y="1308"/>
                    <a:pt x="356" y="1373"/>
                    <a:pt x="552" y="1373"/>
                  </a:cubicBezTo>
                  <a:cubicBezTo>
                    <a:pt x="747" y="1373"/>
                    <a:pt x="931" y="1308"/>
                    <a:pt x="1101" y="1177"/>
                  </a:cubicBezTo>
                  <a:cubicBezTo>
                    <a:pt x="1271" y="1045"/>
                    <a:pt x="1385" y="883"/>
                    <a:pt x="1440" y="687"/>
                  </a:cubicBezTo>
                  <a:cubicBezTo>
                    <a:pt x="1495" y="492"/>
                    <a:pt x="1475" y="328"/>
                    <a:pt x="1380" y="197"/>
                  </a:cubicBezTo>
                  <a:cubicBezTo>
                    <a:pt x="1283" y="65"/>
                    <a:pt x="1138" y="0"/>
                    <a:pt x="942" y="0"/>
                  </a:cubicBezTo>
                  <a:cubicBezTo>
                    <a:pt x="746" y="0"/>
                    <a:pt x="563" y="65"/>
                    <a:pt x="393" y="197"/>
                  </a:cubicBezTo>
                  <a:cubicBezTo>
                    <a:pt x="223" y="328"/>
                    <a:pt x="110" y="490"/>
                    <a:pt x="55" y="687"/>
                  </a:cubicBezTo>
                  <a:cubicBezTo>
                    <a:pt x="0" y="883"/>
                    <a:pt x="20" y="1047"/>
                    <a:pt x="115" y="1177"/>
                  </a:cubicBezTo>
                  <a:close/>
                  <a:moveTo>
                    <a:pt x="282" y="688"/>
                  </a:moveTo>
                  <a:cubicBezTo>
                    <a:pt x="320" y="554"/>
                    <a:pt x="397" y="440"/>
                    <a:pt x="513" y="347"/>
                  </a:cubicBezTo>
                  <a:cubicBezTo>
                    <a:pt x="630" y="253"/>
                    <a:pt x="753" y="207"/>
                    <a:pt x="883" y="207"/>
                  </a:cubicBezTo>
                  <a:cubicBezTo>
                    <a:pt x="1013" y="207"/>
                    <a:pt x="1111" y="253"/>
                    <a:pt x="1173" y="347"/>
                  </a:cubicBezTo>
                  <a:cubicBezTo>
                    <a:pt x="1236" y="440"/>
                    <a:pt x="1250" y="554"/>
                    <a:pt x="1211" y="688"/>
                  </a:cubicBezTo>
                  <a:cubicBezTo>
                    <a:pt x="1173" y="822"/>
                    <a:pt x="1096" y="935"/>
                    <a:pt x="980" y="1028"/>
                  </a:cubicBezTo>
                  <a:cubicBezTo>
                    <a:pt x="863" y="1122"/>
                    <a:pt x="740" y="1168"/>
                    <a:pt x="610" y="1168"/>
                  </a:cubicBezTo>
                  <a:cubicBezTo>
                    <a:pt x="480" y="1168"/>
                    <a:pt x="382" y="1122"/>
                    <a:pt x="320" y="1028"/>
                  </a:cubicBezTo>
                  <a:cubicBezTo>
                    <a:pt x="257" y="934"/>
                    <a:pt x="245" y="822"/>
                    <a:pt x="282" y="68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fr-FR" sz="1800">
                <a:solidFill>
                  <a:srgbClr val="22211F"/>
                </a:solidFill>
              </a:endParaRPr>
            </a:p>
          </p:txBody>
        </p:sp>
        <p:sp>
          <p:nvSpPr>
            <p:cNvPr id="78" name="Freeform 13"/>
            <p:cNvSpPr>
              <a:spLocks noEditPoints="1"/>
            </p:cNvSpPr>
            <p:nvPr/>
          </p:nvSpPr>
          <p:spPr bwMode="auto">
            <a:xfrm>
              <a:off x="2662238" y="923925"/>
              <a:ext cx="493713" cy="476250"/>
            </a:xfrm>
            <a:custGeom>
              <a:avLst/>
              <a:gdLst>
                <a:gd name="T0" fmla="*/ 41 w 1376"/>
                <a:gd name="T1" fmla="*/ 1325 h 1326"/>
                <a:gd name="T2" fmla="*/ 167 w 1376"/>
                <a:gd name="T3" fmla="*/ 1325 h 1326"/>
                <a:gd name="T4" fmla="*/ 255 w 1376"/>
                <a:gd name="T5" fmla="*/ 1280 h 1326"/>
                <a:gd name="T6" fmla="*/ 408 w 1376"/>
                <a:gd name="T7" fmla="*/ 1069 h 1326"/>
                <a:gd name="T8" fmla="*/ 495 w 1376"/>
                <a:gd name="T9" fmla="*/ 1024 h 1326"/>
                <a:gd name="T10" fmla="*/ 1042 w 1376"/>
                <a:gd name="T11" fmla="*/ 1024 h 1326"/>
                <a:gd name="T12" fmla="*/ 1106 w 1376"/>
                <a:gd name="T13" fmla="*/ 1079 h 1326"/>
                <a:gd name="T14" fmla="*/ 1135 w 1376"/>
                <a:gd name="T15" fmla="*/ 1271 h 1326"/>
                <a:gd name="T16" fmla="*/ 1199 w 1376"/>
                <a:gd name="T17" fmla="*/ 1326 h 1326"/>
                <a:gd name="T18" fmla="*/ 1325 w 1376"/>
                <a:gd name="T19" fmla="*/ 1326 h 1326"/>
                <a:gd name="T20" fmla="*/ 1372 w 1376"/>
                <a:gd name="T21" fmla="*/ 1271 h 1326"/>
                <a:gd name="T22" fmla="*/ 1186 w 1376"/>
                <a:gd name="T23" fmla="*/ 55 h 1326"/>
                <a:gd name="T24" fmla="*/ 1122 w 1376"/>
                <a:gd name="T25" fmla="*/ 0 h 1326"/>
                <a:gd name="T26" fmla="*/ 996 w 1376"/>
                <a:gd name="T27" fmla="*/ 0 h 1326"/>
                <a:gd name="T28" fmla="*/ 909 w 1376"/>
                <a:gd name="T29" fmla="*/ 45 h 1326"/>
                <a:gd name="T30" fmla="*/ 17 w 1376"/>
                <a:gd name="T31" fmla="*/ 1281 h 1326"/>
                <a:gd name="T32" fmla="*/ 41 w 1376"/>
                <a:gd name="T33" fmla="*/ 1325 h 1326"/>
                <a:gd name="T34" fmla="*/ 621 w 1376"/>
                <a:gd name="T35" fmla="*/ 772 h 1326"/>
                <a:gd name="T36" fmla="*/ 951 w 1376"/>
                <a:gd name="T37" fmla="*/ 315 h 1326"/>
                <a:gd name="T38" fmla="*/ 992 w 1376"/>
                <a:gd name="T39" fmla="*/ 325 h 1326"/>
                <a:gd name="T40" fmla="*/ 1059 w 1376"/>
                <a:gd name="T41" fmla="*/ 762 h 1326"/>
                <a:gd name="T42" fmla="*/ 1011 w 1376"/>
                <a:gd name="T43" fmla="*/ 817 h 1326"/>
                <a:gd name="T44" fmla="*/ 645 w 1376"/>
                <a:gd name="T45" fmla="*/ 817 h 1326"/>
                <a:gd name="T46" fmla="*/ 621 w 1376"/>
                <a:gd name="T47" fmla="*/ 772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76" h="1326">
                  <a:moveTo>
                    <a:pt x="41" y="1325"/>
                  </a:moveTo>
                  <a:lnTo>
                    <a:pt x="167" y="1325"/>
                  </a:lnTo>
                  <a:cubicBezTo>
                    <a:pt x="197" y="1325"/>
                    <a:pt x="238" y="1305"/>
                    <a:pt x="255" y="1280"/>
                  </a:cubicBezTo>
                  <a:lnTo>
                    <a:pt x="408" y="1069"/>
                  </a:lnTo>
                  <a:cubicBezTo>
                    <a:pt x="425" y="1044"/>
                    <a:pt x="465" y="1024"/>
                    <a:pt x="495" y="1024"/>
                  </a:cubicBezTo>
                  <a:lnTo>
                    <a:pt x="1042" y="1024"/>
                  </a:lnTo>
                  <a:cubicBezTo>
                    <a:pt x="1072" y="1024"/>
                    <a:pt x="1101" y="1049"/>
                    <a:pt x="1106" y="1079"/>
                  </a:cubicBezTo>
                  <a:lnTo>
                    <a:pt x="1135" y="1271"/>
                  </a:lnTo>
                  <a:cubicBezTo>
                    <a:pt x="1140" y="1301"/>
                    <a:pt x="1169" y="1326"/>
                    <a:pt x="1199" y="1326"/>
                  </a:cubicBezTo>
                  <a:lnTo>
                    <a:pt x="1325" y="1326"/>
                  </a:lnTo>
                  <a:cubicBezTo>
                    <a:pt x="1355" y="1326"/>
                    <a:pt x="1376" y="1301"/>
                    <a:pt x="1372" y="1271"/>
                  </a:cubicBezTo>
                  <a:lnTo>
                    <a:pt x="1186" y="55"/>
                  </a:lnTo>
                  <a:cubicBezTo>
                    <a:pt x="1181" y="25"/>
                    <a:pt x="1152" y="0"/>
                    <a:pt x="1122" y="0"/>
                  </a:cubicBezTo>
                  <a:lnTo>
                    <a:pt x="996" y="0"/>
                  </a:lnTo>
                  <a:cubicBezTo>
                    <a:pt x="966" y="0"/>
                    <a:pt x="926" y="20"/>
                    <a:pt x="909" y="45"/>
                  </a:cubicBezTo>
                  <a:lnTo>
                    <a:pt x="17" y="1281"/>
                  </a:lnTo>
                  <a:cubicBezTo>
                    <a:pt x="0" y="1304"/>
                    <a:pt x="10" y="1325"/>
                    <a:pt x="41" y="1325"/>
                  </a:cubicBezTo>
                  <a:close/>
                  <a:moveTo>
                    <a:pt x="621" y="772"/>
                  </a:moveTo>
                  <a:lnTo>
                    <a:pt x="951" y="315"/>
                  </a:lnTo>
                  <a:cubicBezTo>
                    <a:pt x="969" y="290"/>
                    <a:pt x="988" y="295"/>
                    <a:pt x="992" y="325"/>
                  </a:cubicBezTo>
                  <a:lnTo>
                    <a:pt x="1059" y="762"/>
                  </a:lnTo>
                  <a:cubicBezTo>
                    <a:pt x="1064" y="792"/>
                    <a:pt x="1042" y="817"/>
                    <a:pt x="1011" y="817"/>
                  </a:cubicBezTo>
                  <a:lnTo>
                    <a:pt x="645" y="817"/>
                  </a:lnTo>
                  <a:cubicBezTo>
                    <a:pt x="614" y="817"/>
                    <a:pt x="604" y="795"/>
                    <a:pt x="621" y="77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fr-FR" sz="1800">
                <a:solidFill>
                  <a:srgbClr val="22211F"/>
                </a:solidFill>
              </a:endParaRPr>
            </a:p>
          </p:txBody>
        </p:sp>
        <p:sp>
          <p:nvSpPr>
            <p:cNvPr id="79" name="Freeform 14"/>
            <p:cNvSpPr>
              <a:spLocks/>
            </p:cNvSpPr>
            <p:nvPr/>
          </p:nvSpPr>
          <p:spPr bwMode="auto">
            <a:xfrm>
              <a:off x="3209925" y="923925"/>
              <a:ext cx="665163" cy="476250"/>
            </a:xfrm>
            <a:custGeom>
              <a:avLst/>
              <a:gdLst>
                <a:gd name="T0" fmla="*/ 49 w 1850"/>
                <a:gd name="T1" fmla="*/ 1327 h 1327"/>
                <a:gd name="T2" fmla="*/ 160 w 1850"/>
                <a:gd name="T3" fmla="*/ 1327 h 1327"/>
                <a:gd name="T4" fmla="*/ 231 w 1850"/>
                <a:gd name="T5" fmla="*/ 1273 h 1327"/>
                <a:gd name="T6" fmla="*/ 495 w 1850"/>
                <a:gd name="T7" fmla="*/ 343 h 1327"/>
                <a:gd name="T8" fmla="*/ 521 w 1850"/>
                <a:gd name="T9" fmla="*/ 345 h 1327"/>
                <a:gd name="T10" fmla="*/ 694 w 1850"/>
                <a:gd name="T11" fmla="*/ 1156 h 1327"/>
                <a:gd name="T12" fmla="*/ 761 w 1850"/>
                <a:gd name="T13" fmla="*/ 1210 h 1327"/>
                <a:gd name="T14" fmla="*/ 775 w 1850"/>
                <a:gd name="T15" fmla="*/ 1210 h 1327"/>
                <a:gd name="T16" fmla="*/ 865 w 1850"/>
                <a:gd name="T17" fmla="*/ 1166 h 1327"/>
                <a:gd name="T18" fmla="*/ 1517 w 1850"/>
                <a:gd name="T19" fmla="*/ 333 h 1327"/>
                <a:gd name="T20" fmla="*/ 1536 w 1850"/>
                <a:gd name="T21" fmla="*/ 343 h 1327"/>
                <a:gd name="T22" fmla="*/ 1271 w 1850"/>
                <a:gd name="T23" fmla="*/ 1274 h 1327"/>
                <a:gd name="T24" fmla="*/ 1311 w 1850"/>
                <a:gd name="T25" fmla="*/ 1327 h 1327"/>
                <a:gd name="T26" fmla="*/ 1422 w 1850"/>
                <a:gd name="T27" fmla="*/ 1327 h 1327"/>
                <a:gd name="T28" fmla="*/ 1494 w 1850"/>
                <a:gd name="T29" fmla="*/ 1274 h 1327"/>
                <a:gd name="T30" fmla="*/ 1841 w 1850"/>
                <a:gd name="T31" fmla="*/ 54 h 1327"/>
                <a:gd name="T32" fmla="*/ 1801 w 1850"/>
                <a:gd name="T33" fmla="*/ 0 h 1327"/>
                <a:gd name="T34" fmla="*/ 1567 w 1850"/>
                <a:gd name="T35" fmla="*/ 0 h 1327"/>
                <a:gd name="T36" fmla="*/ 1478 w 1850"/>
                <a:gd name="T37" fmla="*/ 44 h 1327"/>
                <a:gd name="T38" fmla="*/ 912 w 1850"/>
                <a:gd name="T39" fmla="*/ 789 h 1327"/>
                <a:gd name="T40" fmla="*/ 869 w 1850"/>
                <a:gd name="T41" fmla="*/ 779 h 1327"/>
                <a:gd name="T42" fmla="*/ 730 w 1850"/>
                <a:gd name="T43" fmla="*/ 55 h 1327"/>
                <a:gd name="T44" fmla="*/ 664 w 1850"/>
                <a:gd name="T45" fmla="*/ 0 h 1327"/>
                <a:gd name="T46" fmla="*/ 429 w 1850"/>
                <a:gd name="T47" fmla="*/ 0 h 1327"/>
                <a:gd name="T48" fmla="*/ 357 w 1850"/>
                <a:gd name="T49" fmla="*/ 54 h 1327"/>
                <a:gd name="T50" fmla="*/ 9 w 1850"/>
                <a:gd name="T51" fmla="*/ 1274 h 1327"/>
                <a:gd name="T52" fmla="*/ 49 w 1850"/>
                <a:gd name="T53" fmla="*/ 1327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50" h="1327">
                  <a:moveTo>
                    <a:pt x="49" y="1327"/>
                  </a:moveTo>
                  <a:lnTo>
                    <a:pt x="160" y="1327"/>
                  </a:lnTo>
                  <a:cubicBezTo>
                    <a:pt x="190" y="1327"/>
                    <a:pt x="222" y="1304"/>
                    <a:pt x="231" y="1273"/>
                  </a:cubicBezTo>
                  <a:lnTo>
                    <a:pt x="495" y="343"/>
                  </a:lnTo>
                  <a:cubicBezTo>
                    <a:pt x="504" y="313"/>
                    <a:pt x="515" y="315"/>
                    <a:pt x="521" y="345"/>
                  </a:cubicBezTo>
                  <a:lnTo>
                    <a:pt x="694" y="1156"/>
                  </a:lnTo>
                  <a:cubicBezTo>
                    <a:pt x="700" y="1186"/>
                    <a:pt x="730" y="1210"/>
                    <a:pt x="761" y="1210"/>
                  </a:cubicBezTo>
                  <a:lnTo>
                    <a:pt x="775" y="1210"/>
                  </a:lnTo>
                  <a:cubicBezTo>
                    <a:pt x="799" y="1210"/>
                    <a:pt x="834" y="1200"/>
                    <a:pt x="865" y="1166"/>
                  </a:cubicBezTo>
                  <a:lnTo>
                    <a:pt x="1517" y="333"/>
                  </a:lnTo>
                  <a:cubicBezTo>
                    <a:pt x="1536" y="310"/>
                    <a:pt x="1545" y="313"/>
                    <a:pt x="1536" y="343"/>
                  </a:cubicBezTo>
                  <a:lnTo>
                    <a:pt x="1271" y="1274"/>
                  </a:lnTo>
                  <a:cubicBezTo>
                    <a:pt x="1262" y="1304"/>
                    <a:pt x="1281" y="1327"/>
                    <a:pt x="1311" y="1327"/>
                  </a:cubicBezTo>
                  <a:lnTo>
                    <a:pt x="1422" y="1327"/>
                  </a:lnTo>
                  <a:cubicBezTo>
                    <a:pt x="1452" y="1327"/>
                    <a:pt x="1485" y="1304"/>
                    <a:pt x="1494" y="1274"/>
                  </a:cubicBezTo>
                  <a:lnTo>
                    <a:pt x="1841" y="54"/>
                  </a:lnTo>
                  <a:cubicBezTo>
                    <a:pt x="1850" y="24"/>
                    <a:pt x="1831" y="0"/>
                    <a:pt x="1801" y="0"/>
                  </a:cubicBezTo>
                  <a:lnTo>
                    <a:pt x="1567" y="0"/>
                  </a:lnTo>
                  <a:cubicBezTo>
                    <a:pt x="1537" y="0"/>
                    <a:pt x="1497" y="20"/>
                    <a:pt x="1478" y="44"/>
                  </a:cubicBezTo>
                  <a:lnTo>
                    <a:pt x="912" y="789"/>
                  </a:lnTo>
                  <a:cubicBezTo>
                    <a:pt x="894" y="812"/>
                    <a:pt x="874" y="809"/>
                    <a:pt x="869" y="779"/>
                  </a:cubicBezTo>
                  <a:lnTo>
                    <a:pt x="730" y="55"/>
                  </a:lnTo>
                  <a:cubicBezTo>
                    <a:pt x="724" y="25"/>
                    <a:pt x="695" y="0"/>
                    <a:pt x="664" y="0"/>
                  </a:cubicBezTo>
                  <a:lnTo>
                    <a:pt x="429" y="0"/>
                  </a:lnTo>
                  <a:cubicBezTo>
                    <a:pt x="399" y="0"/>
                    <a:pt x="366" y="24"/>
                    <a:pt x="357" y="54"/>
                  </a:cubicBezTo>
                  <a:lnTo>
                    <a:pt x="9" y="1274"/>
                  </a:lnTo>
                  <a:cubicBezTo>
                    <a:pt x="0" y="1302"/>
                    <a:pt x="18" y="1327"/>
                    <a:pt x="49" y="13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fr-FR" sz="1800">
                <a:solidFill>
                  <a:srgbClr val="22211F"/>
                </a:solidFill>
              </a:endParaRPr>
            </a:p>
          </p:txBody>
        </p:sp>
        <p:sp>
          <p:nvSpPr>
            <p:cNvPr id="80" name="Freeform 15"/>
            <p:cNvSpPr>
              <a:spLocks/>
            </p:cNvSpPr>
            <p:nvPr/>
          </p:nvSpPr>
          <p:spPr bwMode="auto">
            <a:xfrm>
              <a:off x="698500" y="766763"/>
              <a:ext cx="2159000" cy="809625"/>
            </a:xfrm>
            <a:custGeom>
              <a:avLst/>
              <a:gdLst>
                <a:gd name="T0" fmla="*/ 5987 w 6008"/>
                <a:gd name="T1" fmla="*/ 47 h 2252"/>
                <a:gd name="T2" fmla="*/ 5122 w 6008"/>
                <a:gd name="T3" fmla="*/ 1045 h 2252"/>
                <a:gd name="T4" fmla="*/ 5106 w 6008"/>
                <a:gd name="T5" fmla="*/ 1120 h 2252"/>
                <a:gd name="T6" fmla="*/ 5285 w 6008"/>
                <a:gd name="T7" fmla="*/ 1721 h 2252"/>
                <a:gd name="T8" fmla="*/ 5253 w 6008"/>
                <a:gd name="T9" fmla="*/ 1762 h 2252"/>
                <a:gd name="T10" fmla="*/ 4972 w 6008"/>
                <a:gd name="T11" fmla="*/ 1762 h 2252"/>
                <a:gd name="T12" fmla="*/ 4917 w 6008"/>
                <a:gd name="T13" fmla="*/ 1720 h 2252"/>
                <a:gd name="T14" fmla="*/ 4831 w 6008"/>
                <a:gd name="T15" fmla="*/ 1399 h 2252"/>
                <a:gd name="T16" fmla="*/ 4790 w 6008"/>
                <a:gd name="T17" fmla="*/ 1387 h 2252"/>
                <a:gd name="T18" fmla="*/ 4050 w 6008"/>
                <a:gd name="T19" fmla="*/ 2221 h 2252"/>
                <a:gd name="T20" fmla="*/ 3982 w 6008"/>
                <a:gd name="T21" fmla="*/ 2252 h 2252"/>
                <a:gd name="T22" fmla="*/ 37 w 6008"/>
                <a:gd name="T23" fmla="*/ 2252 h 2252"/>
                <a:gd name="T24" fmla="*/ 7 w 6008"/>
                <a:gd name="T25" fmla="*/ 2211 h 2252"/>
                <a:gd name="T26" fmla="*/ 18 w 6008"/>
                <a:gd name="T27" fmla="*/ 2176 h 2252"/>
                <a:gd name="T28" fmla="*/ 43 w 6008"/>
                <a:gd name="T29" fmla="*/ 2092 h 2252"/>
                <a:gd name="T30" fmla="*/ 646 w 6008"/>
                <a:gd name="T31" fmla="*/ 22 h 2252"/>
                <a:gd name="T32" fmla="*/ 673 w 6008"/>
                <a:gd name="T33" fmla="*/ 21 h 2252"/>
                <a:gd name="T34" fmla="*/ 1088 w 6008"/>
                <a:gd name="T35" fmla="*/ 1090 h 2252"/>
                <a:gd name="T36" fmla="*/ 1116 w 6008"/>
                <a:gd name="T37" fmla="*/ 1089 h 2252"/>
                <a:gd name="T38" fmla="*/ 1307 w 6008"/>
                <a:gd name="T39" fmla="*/ 477 h 2252"/>
                <a:gd name="T40" fmla="*/ 1362 w 6008"/>
                <a:gd name="T41" fmla="*/ 436 h 2252"/>
                <a:gd name="T42" fmla="*/ 1592 w 6008"/>
                <a:gd name="T43" fmla="*/ 436 h 2252"/>
                <a:gd name="T44" fmla="*/ 1623 w 6008"/>
                <a:gd name="T45" fmla="*/ 477 h 2252"/>
                <a:gd name="T46" fmla="*/ 1252 w 6008"/>
                <a:gd name="T47" fmla="*/ 1720 h 2252"/>
                <a:gd name="T48" fmla="*/ 1197 w 6008"/>
                <a:gd name="T49" fmla="*/ 1761 h 2252"/>
                <a:gd name="T50" fmla="*/ 1007 w 6008"/>
                <a:gd name="T51" fmla="*/ 1761 h 2252"/>
                <a:gd name="T52" fmla="*/ 948 w 6008"/>
                <a:gd name="T53" fmla="*/ 1721 h 2252"/>
                <a:gd name="T54" fmla="*/ 693 w 6008"/>
                <a:gd name="T55" fmla="*/ 1069 h 2252"/>
                <a:gd name="T56" fmla="*/ 666 w 6008"/>
                <a:gd name="T57" fmla="*/ 1070 h 2252"/>
                <a:gd name="T58" fmla="*/ 398 w 6008"/>
                <a:gd name="T59" fmla="*/ 1965 h 2252"/>
                <a:gd name="T60" fmla="*/ 430 w 6008"/>
                <a:gd name="T61" fmla="*/ 2006 h 2252"/>
                <a:gd name="T62" fmla="*/ 3895 w 6008"/>
                <a:gd name="T63" fmla="*/ 2006 h 2252"/>
                <a:gd name="T64" fmla="*/ 4683 w 6008"/>
                <a:gd name="T65" fmla="*/ 1111 h 2252"/>
                <a:gd name="T66" fmla="*/ 4701 w 6008"/>
                <a:gd name="T67" fmla="*/ 1039 h 2252"/>
                <a:gd name="T68" fmla="*/ 4535 w 6008"/>
                <a:gd name="T69" fmla="*/ 476 h 2252"/>
                <a:gd name="T70" fmla="*/ 4566 w 6008"/>
                <a:gd name="T71" fmla="*/ 435 h 2252"/>
                <a:gd name="T72" fmla="*/ 4847 w 6008"/>
                <a:gd name="T73" fmla="*/ 435 h 2252"/>
                <a:gd name="T74" fmla="*/ 4902 w 6008"/>
                <a:gd name="T75" fmla="*/ 477 h 2252"/>
                <a:gd name="T76" fmla="*/ 4976 w 6008"/>
                <a:gd name="T77" fmla="*/ 761 h 2252"/>
                <a:gd name="T78" fmla="*/ 5015 w 6008"/>
                <a:gd name="T79" fmla="*/ 770 h 2252"/>
                <a:gd name="T80" fmla="*/ 5652 w 6008"/>
                <a:gd name="T81" fmla="*/ 38 h 2252"/>
                <a:gd name="T82" fmla="*/ 5722 w 6008"/>
                <a:gd name="T83" fmla="*/ 8 h 2252"/>
                <a:gd name="T84" fmla="*/ 5969 w 6008"/>
                <a:gd name="T85" fmla="*/ 8 h 2252"/>
                <a:gd name="T86" fmla="*/ 5987 w 6008"/>
                <a:gd name="T87" fmla="*/ 47 h 2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008" h="2252">
                  <a:moveTo>
                    <a:pt x="5987" y="47"/>
                  </a:moveTo>
                  <a:lnTo>
                    <a:pt x="5122" y="1045"/>
                  </a:lnTo>
                  <a:cubicBezTo>
                    <a:pt x="5106" y="1062"/>
                    <a:pt x="5100" y="1096"/>
                    <a:pt x="5106" y="1120"/>
                  </a:cubicBezTo>
                  <a:lnTo>
                    <a:pt x="5285" y="1721"/>
                  </a:lnTo>
                  <a:cubicBezTo>
                    <a:pt x="5291" y="1744"/>
                    <a:pt x="5277" y="1762"/>
                    <a:pt x="5253" y="1762"/>
                  </a:cubicBezTo>
                  <a:lnTo>
                    <a:pt x="4972" y="1762"/>
                  </a:lnTo>
                  <a:cubicBezTo>
                    <a:pt x="4948" y="1762"/>
                    <a:pt x="4923" y="1744"/>
                    <a:pt x="4917" y="1720"/>
                  </a:cubicBezTo>
                  <a:lnTo>
                    <a:pt x="4831" y="1399"/>
                  </a:lnTo>
                  <a:cubicBezTo>
                    <a:pt x="4825" y="1376"/>
                    <a:pt x="4808" y="1370"/>
                    <a:pt x="4790" y="1387"/>
                  </a:cubicBezTo>
                  <a:lnTo>
                    <a:pt x="4050" y="2221"/>
                  </a:lnTo>
                  <a:cubicBezTo>
                    <a:pt x="4027" y="2244"/>
                    <a:pt x="4006" y="2252"/>
                    <a:pt x="3982" y="2252"/>
                  </a:cubicBezTo>
                  <a:lnTo>
                    <a:pt x="37" y="2252"/>
                  </a:lnTo>
                  <a:cubicBezTo>
                    <a:pt x="13" y="2252"/>
                    <a:pt x="0" y="2234"/>
                    <a:pt x="7" y="2211"/>
                  </a:cubicBezTo>
                  <a:lnTo>
                    <a:pt x="18" y="2176"/>
                  </a:lnTo>
                  <a:cubicBezTo>
                    <a:pt x="26" y="2154"/>
                    <a:pt x="37" y="2116"/>
                    <a:pt x="43" y="2092"/>
                  </a:cubicBezTo>
                  <a:lnTo>
                    <a:pt x="646" y="22"/>
                  </a:lnTo>
                  <a:cubicBezTo>
                    <a:pt x="652" y="0"/>
                    <a:pt x="666" y="4"/>
                    <a:pt x="673" y="21"/>
                  </a:cubicBezTo>
                  <a:lnTo>
                    <a:pt x="1088" y="1090"/>
                  </a:lnTo>
                  <a:cubicBezTo>
                    <a:pt x="1097" y="1112"/>
                    <a:pt x="1110" y="1111"/>
                    <a:pt x="1116" y="1089"/>
                  </a:cubicBezTo>
                  <a:lnTo>
                    <a:pt x="1307" y="477"/>
                  </a:lnTo>
                  <a:cubicBezTo>
                    <a:pt x="1313" y="455"/>
                    <a:pt x="1338" y="436"/>
                    <a:pt x="1362" y="436"/>
                  </a:cubicBezTo>
                  <a:lnTo>
                    <a:pt x="1592" y="436"/>
                  </a:lnTo>
                  <a:cubicBezTo>
                    <a:pt x="1616" y="436"/>
                    <a:pt x="1630" y="455"/>
                    <a:pt x="1623" y="477"/>
                  </a:cubicBezTo>
                  <a:lnTo>
                    <a:pt x="1252" y="1720"/>
                  </a:lnTo>
                  <a:cubicBezTo>
                    <a:pt x="1246" y="1742"/>
                    <a:pt x="1221" y="1761"/>
                    <a:pt x="1197" y="1761"/>
                  </a:cubicBezTo>
                  <a:lnTo>
                    <a:pt x="1007" y="1761"/>
                  </a:lnTo>
                  <a:cubicBezTo>
                    <a:pt x="983" y="1761"/>
                    <a:pt x="957" y="1742"/>
                    <a:pt x="948" y="1721"/>
                  </a:cubicBezTo>
                  <a:lnTo>
                    <a:pt x="693" y="1069"/>
                  </a:lnTo>
                  <a:cubicBezTo>
                    <a:pt x="685" y="1046"/>
                    <a:pt x="672" y="1047"/>
                    <a:pt x="666" y="1070"/>
                  </a:cubicBezTo>
                  <a:lnTo>
                    <a:pt x="398" y="1965"/>
                  </a:lnTo>
                  <a:cubicBezTo>
                    <a:pt x="392" y="1987"/>
                    <a:pt x="406" y="2006"/>
                    <a:pt x="430" y="2006"/>
                  </a:cubicBezTo>
                  <a:lnTo>
                    <a:pt x="3895" y="2006"/>
                  </a:lnTo>
                  <a:lnTo>
                    <a:pt x="4683" y="1111"/>
                  </a:lnTo>
                  <a:cubicBezTo>
                    <a:pt x="4702" y="1089"/>
                    <a:pt x="4708" y="1061"/>
                    <a:pt x="4701" y="1039"/>
                  </a:cubicBezTo>
                  <a:lnTo>
                    <a:pt x="4535" y="476"/>
                  </a:lnTo>
                  <a:cubicBezTo>
                    <a:pt x="4528" y="454"/>
                    <a:pt x="4542" y="435"/>
                    <a:pt x="4566" y="435"/>
                  </a:cubicBezTo>
                  <a:lnTo>
                    <a:pt x="4847" y="435"/>
                  </a:lnTo>
                  <a:cubicBezTo>
                    <a:pt x="4871" y="435"/>
                    <a:pt x="4896" y="454"/>
                    <a:pt x="4902" y="477"/>
                  </a:cubicBezTo>
                  <a:lnTo>
                    <a:pt x="4976" y="761"/>
                  </a:lnTo>
                  <a:cubicBezTo>
                    <a:pt x="4982" y="785"/>
                    <a:pt x="4999" y="788"/>
                    <a:pt x="5015" y="770"/>
                  </a:cubicBezTo>
                  <a:lnTo>
                    <a:pt x="5652" y="38"/>
                  </a:lnTo>
                  <a:cubicBezTo>
                    <a:pt x="5667" y="20"/>
                    <a:pt x="5691" y="8"/>
                    <a:pt x="5722" y="8"/>
                  </a:cubicBezTo>
                  <a:lnTo>
                    <a:pt x="5969" y="8"/>
                  </a:lnTo>
                  <a:cubicBezTo>
                    <a:pt x="6003" y="7"/>
                    <a:pt x="6008" y="20"/>
                    <a:pt x="5987" y="4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fr-FR" sz="1800">
                <a:solidFill>
                  <a:srgbClr val="22211F"/>
                </a:solidFill>
              </a:endParaRPr>
            </a:p>
          </p:txBody>
        </p:sp>
        <p:sp>
          <p:nvSpPr>
            <p:cNvPr id="81" name="Freeform 16"/>
            <p:cNvSpPr>
              <a:spLocks/>
            </p:cNvSpPr>
            <p:nvPr/>
          </p:nvSpPr>
          <p:spPr bwMode="auto">
            <a:xfrm>
              <a:off x="2270125" y="1489075"/>
              <a:ext cx="1628775" cy="87313"/>
            </a:xfrm>
            <a:custGeom>
              <a:avLst/>
              <a:gdLst>
                <a:gd name="T0" fmla="*/ 4386 w 4528"/>
                <a:gd name="T1" fmla="*/ 243 h 243"/>
                <a:gd name="T2" fmla="*/ 4386 w 4528"/>
                <a:gd name="T3" fmla="*/ 243 h 243"/>
                <a:gd name="T4" fmla="*/ 27 w 4528"/>
                <a:gd name="T5" fmla="*/ 243 h 243"/>
                <a:gd name="T6" fmla="*/ 16 w 4528"/>
                <a:gd name="T7" fmla="*/ 213 h 243"/>
                <a:gd name="T8" fmla="*/ 186 w 4528"/>
                <a:gd name="T9" fmla="*/ 30 h 243"/>
                <a:gd name="T10" fmla="*/ 261 w 4528"/>
                <a:gd name="T11" fmla="*/ 0 h 243"/>
                <a:gd name="T12" fmla="*/ 4483 w 4528"/>
                <a:gd name="T13" fmla="*/ 0 h 243"/>
                <a:gd name="T14" fmla="*/ 4517 w 4528"/>
                <a:gd name="T15" fmla="*/ 50 h 243"/>
                <a:gd name="T16" fmla="*/ 4460 w 4528"/>
                <a:gd name="T17" fmla="*/ 195 h 243"/>
                <a:gd name="T18" fmla="*/ 4386 w 4528"/>
                <a:gd name="T19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28" h="243">
                  <a:moveTo>
                    <a:pt x="4386" y="243"/>
                  </a:moveTo>
                  <a:lnTo>
                    <a:pt x="4386" y="243"/>
                  </a:lnTo>
                  <a:lnTo>
                    <a:pt x="27" y="243"/>
                  </a:lnTo>
                  <a:cubicBezTo>
                    <a:pt x="3" y="243"/>
                    <a:pt x="0" y="230"/>
                    <a:pt x="16" y="213"/>
                  </a:cubicBezTo>
                  <a:lnTo>
                    <a:pt x="186" y="30"/>
                  </a:lnTo>
                  <a:cubicBezTo>
                    <a:pt x="210" y="5"/>
                    <a:pt x="237" y="0"/>
                    <a:pt x="261" y="0"/>
                  </a:cubicBezTo>
                  <a:lnTo>
                    <a:pt x="4483" y="0"/>
                  </a:lnTo>
                  <a:cubicBezTo>
                    <a:pt x="4513" y="0"/>
                    <a:pt x="4528" y="22"/>
                    <a:pt x="4517" y="50"/>
                  </a:cubicBezTo>
                  <a:lnTo>
                    <a:pt x="4460" y="195"/>
                  </a:lnTo>
                  <a:cubicBezTo>
                    <a:pt x="4448" y="220"/>
                    <a:pt x="4416" y="243"/>
                    <a:pt x="4386" y="24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609585"/>
              <a:endParaRPr lang="fr-FR" sz="1800">
                <a:solidFill>
                  <a:srgbClr val="22211F"/>
                </a:solidFill>
              </a:endParaRPr>
            </a:p>
          </p:txBody>
        </p:sp>
      </p:grp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754" y="6453723"/>
            <a:ext cx="863983" cy="34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7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6779" y="165105"/>
            <a:ext cx="10510805" cy="1200151"/>
          </a:xfrm>
        </p:spPr>
        <p:txBody>
          <a:bodyPr anchor="ctr"/>
          <a:lstStyle>
            <a:lvl1pPr>
              <a:defRPr>
                <a:solidFill>
                  <a:srgbClr val="2B2965"/>
                </a:solidFill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1056229" y="1701806"/>
            <a:ext cx="10511367" cy="4415367"/>
          </a:xfrm>
        </p:spPr>
        <p:txBody>
          <a:bodyPr/>
          <a:lstStyle>
            <a:lvl3pPr>
              <a:buClr>
                <a:srgbClr val="2B2965"/>
              </a:buClr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4001" y="6560215"/>
            <a:ext cx="336000" cy="169668"/>
          </a:xfrm>
          <a:prstGeom prst="rect">
            <a:avLst/>
          </a:prstGeom>
        </p:spPr>
        <p:txBody>
          <a:bodyPr vert="horz" lIns="0" tIns="0" rIns="0" bIns="46800" rtlCol="0" anchor="b"/>
          <a:lstStyle>
            <a:lvl1pPr algn="ctr">
              <a:defRPr sz="900">
                <a:solidFill>
                  <a:srgbClr val="2B2965"/>
                </a:solidFill>
                <a:latin typeface="+mn-lt"/>
                <a:cs typeface="Helvetica"/>
              </a:defRPr>
            </a:lvl1pPr>
          </a:lstStyle>
          <a:p>
            <a:pPr defTabSz="609585"/>
            <a:fld id="{2ACAC032-C16A-B941-AEF9-9BF179805C4A}" type="slidenum">
              <a:rPr lang="fr-FR" smtClean="0"/>
              <a:pPr defTabSz="609585"/>
              <a:t>‹N°›</a:t>
            </a:fld>
            <a:endParaRPr lang="fr-FR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9264651" y="6575995"/>
            <a:ext cx="230293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09585"/>
            <a:r>
              <a:rPr lang="fr-FR" sz="1000">
                <a:solidFill>
                  <a:srgbClr val="F17D00"/>
                </a:solidFill>
              </a:rPr>
              <a:t>www.neoxam.com</a:t>
            </a:r>
          </a:p>
        </p:txBody>
      </p:sp>
    </p:spTree>
    <p:extLst>
      <p:ext uri="{BB962C8B-B14F-4D97-AF65-F5344CB8AC3E}">
        <p14:creationId xmlns:p14="http://schemas.microsoft.com/office/powerpoint/2010/main" val="359758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6779" y="165105"/>
            <a:ext cx="10510805" cy="1200151"/>
          </a:xfrm>
        </p:spPr>
        <p:txBody>
          <a:bodyPr anchor="ctr"/>
          <a:lstStyle>
            <a:lvl1pPr>
              <a:defRPr>
                <a:solidFill>
                  <a:srgbClr val="2B2965"/>
                </a:solidFill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1056229" y="1701806"/>
            <a:ext cx="10511367" cy="4415367"/>
          </a:xfrm>
        </p:spPr>
        <p:txBody>
          <a:bodyPr/>
          <a:lstStyle>
            <a:lvl3pPr>
              <a:buClr>
                <a:srgbClr val="2B2965"/>
              </a:buClr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4001" y="6560215"/>
            <a:ext cx="336000" cy="169668"/>
          </a:xfrm>
          <a:prstGeom prst="rect">
            <a:avLst/>
          </a:prstGeom>
        </p:spPr>
        <p:txBody>
          <a:bodyPr vert="horz" lIns="0" tIns="0" rIns="0" bIns="46800" rtlCol="0" anchor="b"/>
          <a:lstStyle>
            <a:lvl1pPr algn="ctr">
              <a:defRPr sz="900">
                <a:solidFill>
                  <a:srgbClr val="2B2965"/>
                </a:solidFill>
                <a:latin typeface="+mn-lt"/>
                <a:cs typeface="Helvetica"/>
              </a:defRPr>
            </a:lvl1pPr>
          </a:lstStyle>
          <a:p>
            <a:pPr defTabSz="609585"/>
            <a:fld id="{2ACAC032-C16A-B941-AEF9-9BF179805C4A}" type="slidenum">
              <a:rPr lang="fr-FR" smtClean="0"/>
              <a:pPr defTabSz="609585"/>
              <a:t>‹N°›</a:t>
            </a:fld>
            <a:endParaRPr lang="fr-FR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9264651" y="6575995"/>
            <a:ext cx="230293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09585"/>
            <a:r>
              <a:rPr lang="fr-FR" sz="1000">
                <a:solidFill>
                  <a:srgbClr val="F17D00"/>
                </a:solidFill>
              </a:rPr>
              <a:t>www.neoxam.com</a:t>
            </a:r>
          </a:p>
        </p:txBody>
      </p:sp>
    </p:spTree>
    <p:extLst>
      <p:ext uri="{BB962C8B-B14F-4D97-AF65-F5344CB8AC3E}">
        <p14:creationId xmlns:p14="http://schemas.microsoft.com/office/powerpoint/2010/main" val="11913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Slide_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6780" y="165101"/>
            <a:ext cx="10510805" cy="1200151"/>
          </a:xfrm>
        </p:spPr>
        <p:txBody>
          <a:bodyPr anchor="ctr"/>
          <a:lstStyle>
            <a:lvl1pPr>
              <a:defRPr>
                <a:solidFill>
                  <a:srgbClr val="2B2965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09585"/>
            <a:fld id="{2ACAC032-C16A-B941-AEF9-9BF179805C4A}" type="slidenum">
              <a:rPr lang="fr-FR" smtClean="0">
                <a:solidFill>
                  <a:srgbClr val="FFFFFF"/>
                </a:solidFill>
              </a:rPr>
              <a:pPr defTabSz="609585"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1056219" y="1701802"/>
            <a:ext cx="10511367" cy="4415367"/>
          </a:xfrm>
        </p:spPr>
        <p:txBody>
          <a:bodyPr/>
          <a:lstStyle>
            <a:lvl3pPr>
              <a:buClr>
                <a:srgbClr val="2B2965"/>
              </a:buClr>
              <a:defRPr/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9264652" y="6481994"/>
            <a:ext cx="2302933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09570"/>
            <a:r>
              <a:rPr lang="fr-FR" sz="1333">
                <a:solidFill>
                  <a:srgbClr val="F17D00"/>
                </a:solidFill>
              </a:rPr>
              <a:t>www.neoxam.com</a:t>
            </a:r>
          </a:p>
        </p:txBody>
      </p:sp>
    </p:spTree>
    <p:extLst>
      <p:ext uri="{BB962C8B-B14F-4D97-AF65-F5344CB8AC3E}">
        <p14:creationId xmlns:p14="http://schemas.microsoft.com/office/powerpoint/2010/main" val="357857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Gen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624419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>
          <a:xfrm>
            <a:off x="624419" y="1701802"/>
            <a:ext cx="10943727" cy="4177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11976" indent="-311976">
              <a:buSzPct val="150000"/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994B9035-4A98-134D-BA25-D9C56492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609585"/>
            <a:fld id="{03A2A607-13AC-4B2A-88A3-ADF7AA3733B9}" type="slidenum">
              <a:rPr lang="en-US" smtClean="0">
                <a:solidFill>
                  <a:srgbClr val="FFFFFF"/>
                </a:solidFill>
              </a:rPr>
              <a:pPr defTabSz="609585"/>
              <a:t>‹N°›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B700738D-5185-0847-9312-6C4B04454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012" y="6275069"/>
            <a:ext cx="1189301" cy="360799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A7A816A9-1775-F444-AF69-CBD110CC99D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96"/>
          <a:stretch/>
        </p:blipFill>
        <p:spPr>
          <a:xfrm>
            <a:off x="735259" y="6153490"/>
            <a:ext cx="9501279" cy="53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7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Intercal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ous-titre 2">
            <a:extLst>
              <a:ext uri="{FF2B5EF4-FFF2-40B4-BE49-F238E27FC236}">
                <a16:creationId xmlns:a16="http://schemas.microsoft.com/office/drawing/2014/main" id="{6928918C-16FB-E34F-BD0D-681593EB4A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2000" y="165103"/>
            <a:ext cx="7296000" cy="5713789"/>
          </a:xfrm>
        </p:spPr>
        <p:txBody>
          <a:bodyPr tIns="720000" anchor="ctr">
            <a:normAutofit/>
          </a:bodyPr>
          <a:lstStyle>
            <a:lvl1pPr marL="0" indent="0" algn="l">
              <a:lnSpc>
                <a:spcPts val="4267"/>
              </a:lnSpc>
              <a:buNone/>
              <a:defRPr sz="4267" b="1" cap="none" baseline="0">
                <a:solidFill>
                  <a:schemeClr val="tx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4D817898-6B84-B247-93FA-1983355C2305}"/>
              </a:ext>
            </a:extLst>
          </p:cNvPr>
          <p:cNvSpPr>
            <a:spLocks/>
          </p:cNvSpPr>
          <p:nvPr/>
        </p:nvSpPr>
        <p:spPr bwMode="auto">
          <a:xfrm>
            <a:off x="1238121" y="1712259"/>
            <a:ext cx="2425305" cy="3511820"/>
          </a:xfrm>
          <a:custGeom>
            <a:avLst/>
            <a:gdLst>
              <a:gd name="T0" fmla="*/ 111 w 251"/>
              <a:gd name="T1" fmla="*/ 182 h 362"/>
              <a:gd name="T2" fmla="*/ 0 w 251"/>
              <a:gd name="T3" fmla="*/ 293 h 362"/>
              <a:gd name="T4" fmla="*/ 69 w 251"/>
              <a:gd name="T5" fmla="*/ 362 h 362"/>
              <a:gd name="T6" fmla="*/ 251 w 251"/>
              <a:gd name="T7" fmla="*/ 182 h 362"/>
              <a:gd name="T8" fmla="*/ 69 w 251"/>
              <a:gd name="T9" fmla="*/ 0 h 362"/>
              <a:gd name="T10" fmla="*/ 0 w 251"/>
              <a:gd name="T11" fmla="*/ 69 h 362"/>
              <a:gd name="T12" fmla="*/ 111 w 251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362">
                <a:moveTo>
                  <a:pt x="111" y="182"/>
                </a:moveTo>
                <a:lnTo>
                  <a:pt x="0" y="293"/>
                </a:lnTo>
                <a:lnTo>
                  <a:pt x="69" y="362"/>
                </a:lnTo>
                <a:lnTo>
                  <a:pt x="251" y="182"/>
                </a:lnTo>
                <a:lnTo>
                  <a:pt x="69" y="0"/>
                </a:lnTo>
                <a:lnTo>
                  <a:pt x="0" y="69"/>
                </a:lnTo>
                <a:lnTo>
                  <a:pt x="111" y="18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21" name="Espace réservé du numéro de diapositive 2">
            <a:extLst>
              <a:ext uri="{FF2B5EF4-FFF2-40B4-BE49-F238E27FC236}">
                <a16:creationId xmlns:a16="http://schemas.microsoft.com/office/drawing/2014/main" id="{D09F47BF-CFB7-8543-91EE-551D705FE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tx1"/>
                </a:solidFill>
              </a:defRPr>
            </a:lvl1pPr>
          </a:lstStyle>
          <a:p>
            <a:pPr defTabSz="609585"/>
            <a:fld id="{03A2A607-13AC-4B2A-88A3-ADF7AA3733B9}" type="slidenum">
              <a:rPr lang="en-US" smtClean="0">
                <a:solidFill>
                  <a:srgbClr val="22211F"/>
                </a:solidFill>
              </a:rPr>
              <a:pPr defTabSz="609585"/>
              <a:t>‹N°›</a:t>
            </a:fld>
            <a:endParaRPr lang="en-US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00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201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2483558" y="6438899"/>
            <a:ext cx="1426777" cy="371477"/>
          </a:xfrm>
          <a:prstGeom prst="rect">
            <a:avLst/>
          </a:prstGeom>
        </p:spPr>
        <p:txBody>
          <a:bodyPr/>
          <a:lstStyle/>
          <a:p>
            <a:pPr defTabSz="609585"/>
            <a:endParaRPr lang="fr-FR">
              <a:solidFill>
                <a:srgbClr val="22211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585"/>
            <a:endParaRPr lang="fr-FR">
              <a:solidFill>
                <a:srgbClr val="22211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913493" y="6438899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609585"/>
            <a:fld id="{FE88A3E9-6279-4B17-8B5D-E6F8BF0B5A67}" type="slidenum">
              <a:rPr lang="fr-FR" smtClean="0">
                <a:solidFill>
                  <a:srgbClr val="22211F"/>
                </a:solidFill>
              </a:rPr>
              <a:pPr defTabSz="609585"/>
              <a:t>‹N°›</a:t>
            </a:fld>
            <a:endParaRPr lang="fr-FR">
              <a:solidFill>
                <a:srgbClr val="2221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7044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27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37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31" Type="http://schemas.openxmlformats.org/officeDocument/2006/relationships/theme" Target="../theme/theme4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itre 1"/>
          <p:cNvSpPr>
            <a:spLocks noGrp="1"/>
          </p:cNvSpPr>
          <p:nvPr>
            <p:ph type="title"/>
          </p:nvPr>
        </p:nvSpPr>
        <p:spPr>
          <a:xfrm>
            <a:off x="624419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1"/>
          </p:nvPr>
        </p:nvSpPr>
        <p:spPr>
          <a:xfrm>
            <a:off x="624419" y="1701801"/>
            <a:ext cx="10943727" cy="41761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91554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1" r:id="rId2"/>
    <p:sldLayoutId id="2147483670" r:id="rId3"/>
    <p:sldLayoutId id="2147483688" r:id="rId4"/>
  </p:sldLayoutIdLst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hf hdr="0" ftr="0" dt="0"/>
  <p:txStyles>
    <p:titleStyle>
      <a:lvl1pPr algn="l" defTabSz="609555" rtl="0" eaLnBrk="1" latinLnBrk="0" hangingPunct="1">
        <a:spcBef>
          <a:spcPct val="0"/>
        </a:spcBef>
        <a:buNone/>
        <a:defRPr sz="3200" b="1" kern="1200" cap="none" baseline="0">
          <a:solidFill>
            <a:schemeClr val="tx2"/>
          </a:solidFill>
          <a:latin typeface="+mj-lt"/>
          <a:ea typeface="+mj-ea"/>
          <a:cs typeface="Helvetica"/>
        </a:defRPr>
      </a:lvl1pPr>
    </p:titleStyle>
    <p:bodyStyle>
      <a:lvl1pPr marL="311976" indent="-311976" algn="l" defTabSz="609555" rtl="0" eaLnBrk="1" latinLnBrk="0" hangingPunct="1">
        <a:lnSpc>
          <a:spcPct val="150000"/>
        </a:lnSpc>
        <a:spcBef>
          <a:spcPts val="800"/>
        </a:spcBef>
        <a:spcAft>
          <a:spcPts val="0"/>
        </a:spcAft>
        <a:buClr>
          <a:schemeClr val="tx2"/>
        </a:buClr>
        <a:buSzPct val="150000"/>
        <a:buFontTx/>
        <a:buBlip>
          <a:blip r:embed="rId6"/>
        </a:buBlip>
        <a:defRPr sz="1867" kern="1200">
          <a:solidFill>
            <a:schemeClr val="tx1"/>
          </a:solidFill>
          <a:latin typeface="+mn-lt"/>
          <a:ea typeface="+mn-ea"/>
          <a:cs typeface="Helvetica"/>
        </a:defRPr>
      </a:lvl1pPr>
      <a:lvl2pPr marL="959928" indent="-479964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2pPr>
      <a:lvl3pPr marL="1523885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tx2"/>
        </a:buClr>
        <a:buFont typeface="Arial"/>
        <a:buChar char="•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3pPr>
      <a:lvl4pPr marL="2133440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4pPr>
      <a:lvl5pPr marL="2742994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SzPct val="50000"/>
        <a:buFont typeface="Wingdings 3" panose="05040102010807070707" pitchFamily="18" charset="2"/>
        <a:buChar char="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65">
          <p15:clr>
            <a:srgbClr val="F26B43"/>
          </p15:clr>
        </p15:guide>
        <p15:guide id="2" orient="horz" pos="78">
          <p15:clr>
            <a:srgbClr val="F26B43"/>
          </p15:clr>
        </p15:guide>
        <p15:guide id="3" orient="horz" pos="2890">
          <p15:clr>
            <a:srgbClr val="F26B43"/>
          </p15:clr>
        </p15:guide>
        <p15:guide id="4">
          <p15:clr>
            <a:srgbClr val="F26B43"/>
          </p15:clr>
        </p15:guide>
        <p15:guide id="5" pos="5760">
          <p15:clr>
            <a:srgbClr val="F26B43"/>
          </p15:clr>
        </p15:guide>
        <p15:guide id="6" orient="horz">
          <p15:clr>
            <a:srgbClr val="F26B43"/>
          </p15:clr>
        </p15:guide>
        <p15:guide id="7" orient="horz" pos="3240">
          <p15:clr>
            <a:srgbClr val="F26B43"/>
          </p15:clr>
        </p15:guide>
        <p15:guide id="8" pos="295">
          <p15:clr>
            <a:srgbClr val="F26B43"/>
          </p15:clr>
        </p15:guide>
        <p15:guide id="9" orient="horz" pos="645">
          <p15:clr>
            <a:srgbClr val="F26B43"/>
          </p15:clr>
        </p15:guide>
        <p15:guide id="10" pos="2880">
          <p15:clr>
            <a:srgbClr val="F26B43"/>
          </p15:clr>
        </p15:guide>
        <p15:guide id="11" orient="horz" pos="2777">
          <p15:clr>
            <a:srgbClr val="F26B43"/>
          </p15:clr>
        </p15:guide>
        <p15:guide id="12" orient="horz" pos="8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itre 1"/>
          <p:cNvSpPr>
            <a:spLocks noGrp="1"/>
          </p:cNvSpPr>
          <p:nvPr>
            <p:ph type="title"/>
          </p:nvPr>
        </p:nvSpPr>
        <p:spPr>
          <a:xfrm>
            <a:off x="624419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1"/>
          </p:nvPr>
        </p:nvSpPr>
        <p:spPr>
          <a:xfrm>
            <a:off x="624419" y="1701801"/>
            <a:ext cx="10943727" cy="41761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2">
            <a:extLst>
              <a:ext uri="{FF2B5EF4-FFF2-40B4-BE49-F238E27FC236}">
                <a16:creationId xmlns:a16="http://schemas.microsoft.com/office/drawing/2014/main" id="{9BA2F361-BA62-1619-2786-F3D38C9A5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9401" y="6455468"/>
            <a:ext cx="345679" cy="15043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933" b="1">
                <a:solidFill>
                  <a:schemeClr val="bg1"/>
                </a:solidFill>
              </a:defRPr>
            </a:lvl1pPr>
          </a:lstStyle>
          <a:p>
            <a:pPr defTabSz="914377"/>
            <a:fld id="{FE4B7942-1F3A-4691-84BA-4BB7514B21B2}" type="slidenum">
              <a:rPr lang="fr-FR" smtClean="0"/>
              <a:pPr defTabSz="914377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780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7" r:id="rId3"/>
  </p:sldLayoutIdLst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hf hdr="0" ftr="0" dt="0"/>
  <p:txStyles>
    <p:titleStyle>
      <a:lvl1pPr algn="l" defTabSz="609555" rtl="0" eaLnBrk="1" latinLnBrk="0" hangingPunct="1">
        <a:spcBef>
          <a:spcPct val="0"/>
        </a:spcBef>
        <a:buNone/>
        <a:defRPr sz="3200" b="1" kern="1200" cap="none" baseline="0">
          <a:solidFill>
            <a:schemeClr val="tx2"/>
          </a:solidFill>
          <a:latin typeface="+mj-lt"/>
          <a:ea typeface="+mj-ea"/>
          <a:cs typeface="Helvetica"/>
        </a:defRPr>
      </a:lvl1pPr>
    </p:titleStyle>
    <p:bodyStyle>
      <a:lvl1pPr marL="311976" indent="-311976" algn="l" defTabSz="609555" rtl="0" eaLnBrk="1" latinLnBrk="0" hangingPunct="1">
        <a:lnSpc>
          <a:spcPct val="150000"/>
        </a:lnSpc>
        <a:spcBef>
          <a:spcPts val="800"/>
        </a:spcBef>
        <a:spcAft>
          <a:spcPts val="0"/>
        </a:spcAft>
        <a:buClr>
          <a:schemeClr val="tx2"/>
        </a:buClr>
        <a:buSzPct val="150000"/>
        <a:buFontTx/>
        <a:buBlip>
          <a:blip r:embed="rId5"/>
        </a:buBlip>
        <a:defRPr sz="1867" kern="1200" baseline="0">
          <a:solidFill>
            <a:schemeClr val="bg1"/>
          </a:solidFill>
          <a:latin typeface="+mn-lt"/>
          <a:ea typeface="+mn-ea"/>
          <a:cs typeface="Helvetica"/>
        </a:defRPr>
      </a:lvl1pPr>
      <a:lvl2pPr marL="959928" indent="-479964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 baseline="0">
          <a:solidFill>
            <a:schemeClr val="bg1"/>
          </a:solidFill>
          <a:latin typeface="+mn-lt"/>
          <a:ea typeface="+mn-ea"/>
          <a:cs typeface="Helvetica"/>
        </a:defRPr>
      </a:lvl2pPr>
      <a:lvl3pPr marL="1523885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tx2"/>
        </a:buClr>
        <a:buFont typeface="Arial"/>
        <a:buChar char="•"/>
        <a:defRPr sz="1867" kern="1200" baseline="0">
          <a:solidFill>
            <a:schemeClr val="bg1"/>
          </a:solidFill>
          <a:latin typeface="+mn-lt"/>
          <a:ea typeface="+mn-ea"/>
          <a:cs typeface="Helvetica"/>
        </a:defRPr>
      </a:lvl3pPr>
      <a:lvl4pPr marL="2133440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 baseline="0">
          <a:solidFill>
            <a:schemeClr val="bg1"/>
          </a:solidFill>
          <a:latin typeface="+mn-lt"/>
          <a:ea typeface="+mn-ea"/>
          <a:cs typeface="Helvetica"/>
        </a:defRPr>
      </a:lvl4pPr>
      <a:lvl5pPr marL="2742994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SzPct val="50000"/>
        <a:buFont typeface="Wingdings 3" panose="05040102010807070707" pitchFamily="18" charset="2"/>
        <a:buChar char=""/>
        <a:defRPr sz="1867" kern="1200" baseline="0">
          <a:solidFill>
            <a:schemeClr val="bg1"/>
          </a:solidFill>
          <a:latin typeface="+mn-lt"/>
          <a:ea typeface="+mn-ea"/>
          <a:cs typeface="Helvetica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65">
          <p15:clr>
            <a:srgbClr val="F26B43"/>
          </p15:clr>
        </p15:guide>
        <p15:guide id="2" orient="horz" pos="78">
          <p15:clr>
            <a:srgbClr val="F26B43"/>
          </p15:clr>
        </p15:guide>
        <p15:guide id="3" orient="horz" pos="2890">
          <p15:clr>
            <a:srgbClr val="F26B43"/>
          </p15:clr>
        </p15:guide>
        <p15:guide id="4">
          <p15:clr>
            <a:srgbClr val="F26B43"/>
          </p15:clr>
        </p15:guide>
        <p15:guide id="5" pos="5760">
          <p15:clr>
            <a:srgbClr val="F26B43"/>
          </p15:clr>
        </p15:guide>
        <p15:guide id="6" orient="horz">
          <p15:clr>
            <a:srgbClr val="F26B43"/>
          </p15:clr>
        </p15:guide>
        <p15:guide id="7" orient="horz" pos="3240">
          <p15:clr>
            <a:srgbClr val="F26B43"/>
          </p15:clr>
        </p15:guide>
        <p15:guide id="8" pos="295">
          <p15:clr>
            <a:srgbClr val="F26B43"/>
          </p15:clr>
        </p15:guide>
        <p15:guide id="9" orient="horz" pos="645">
          <p15:clr>
            <a:srgbClr val="F26B43"/>
          </p15:clr>
        </p15:guide>
        <p15:guide id="10" pos="2880">
          <p15:clr>
            <a:srgbClr val="F26B43"/>
          </p15:clr>
        </p15:guide>
        <p15:guide id="11" orient="horz" pos="2777">
          <p15:clr>
            <a:srgbClr val="F26B43"/>
          </p15:clr>
        </p15:guide>
        <p15:guide id="12" orient="horz" pos="8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itre 1"/>
          <p:cNvSpPr>
            <a:spLocks noGrp="1"/>
          </p:cNvSpPr>
          <p:nvPr>
            <p:ph type="title"/>
          </p:nvPr>
        </p:nvSpPr>
        <p:spPr>
          <a:xfrm>
            <a:off x="624419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1"/>
          </p:nvPr>
        </p:nvSpPr>
        <p:spPr>
          <a:xfrm>
            <a:off x="624419" y="1701801"/>
            <a:ext cx="10943727" cy="41761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3251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hf hdr="0" ftr="0" dt="0"/>
  <p:txStyles>
    <p:titleStyle>
      <a:lvl1pPr algn="l" defTabSz="609555" rtl="0" eaLnBrk="1" latinLnBrk="0" hangingPunct="1">
        <a:spcBef>
          <a:spcPct val="0"/>
        </a:spcBef>
        <a:buNone/>
        <a:defRPr sz="3200" b="1" kern="1200" cap="none" baseline="0">
          <a:solidFill>
            <a:schemeClr val="tx2"/>
          </a:solidFill>
          <a:latin typeface="+mj-lt"/>
          <a:ea typeface="+mj-ea"/>
          <a:cs typeface="Helvetica"/>
        </a:defRPr>
      </a:lvl1pPr>
    </p:titleStyle>
    <p:bodyStyle>
      <a:lvl1pPr marL="311976" indent="-311976" algn="l" defTabSz="609555" rtl="0" eaLnBrk="1" latinLnBrk="0" hangingPunct="1">
        <a:lnSpc>
          <a:spcPct val="150000"/>
        </a:lnSpc>
        <a:spcBef>
          <a:spcPts val="800"/>
        </a:spcBef>
        <a:spcAft>
          <a:spcPts val="0"/>
        </a:spcAft>
        <a:buClr>
          <a:schemeClr val="tx2"/>
        </a:buClr>
        <a:buSzPct val="150000"/>
        <a:buFontTx/>
        <a:buBlip>
          <a:blip r:embed="rId3"/>
        </a:buBlip>
        <a:defRPr sz="1867" kern="1200">
          <a:solidFill>
            <a:schemeClr val="tx1"/>
          </a:solidFill>
          <a:latin typeface="+mn-lt"/>
          <a:ea typeface="+mn-ea"/>
          <a:cs typeface="Helvetica"/>
        </a:defRPr>
      </a:lvl1pPr>
      <a:lvl2pPr marL="959928" indent="-479964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2pPr>
      <a:lvl3pPr marL="1523885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tx2"/>
        </a:buClr>
        <a:buFont typeface="Arial"/>
        <a:buChar char="•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3pPr>
      <a:lvl4pPr marL="2133440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4pPr>
      <a:lvl5pPr marL="2742994" indent="-304776" algn="l" defTabSz="609555" rtl="0" eaLnBrk="1" latinLnBrk="0" hangingPunct="1">
        <a:lnSpc>
          <a:spcPct val="150000"/>
        </a:lnSpc>
        <a:spcBef>
          <a:spcPts val="0"/>
        </a:spcBef>
        <a:spcAft>
          <a:spcPts val="0"/>
        </a:spcAft>
        <a:buSzPct val="50000"/>
        <a:buFont typeface="Wingdings 3" panose="05040102010807070707" pitchFamily="18" charset="2"/>
        <a:buChar char="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65">
          <p15:clr>
            <a:srgbClr val="F26B43"/>
          </p15:clr>
        </p15:guide>
        <p15:guide id="2" orient="horz" pos="78">
          <p15:clr>
            <a:srgbClr val="F26B43"/>
          </p15:clr>
        </p15:guide>
        <p15:guide id="3" orient="horz" pos="2890">
          <p15:clr>
            <a:srgbClr val="F26B43"/>
          </p15:clr>
        </p15:guide>
        <p15:guide id="4">
          <p15:clr>
            <a:srgbClr val="F26B43"/>
          </p15:clr>
        </p15:guide>
        <p15:guide id="5" pos="5760">
          <p15:clr>
            <a:srgbClr val="F26B43"/>
          </p15:clr>
        </p15:guide>
        <p15:guide id="6" orient="horz">
          <p15:clr>
            <a:srgbClr val="F26B43"/>
          </p15:clr>
        </p15:guide>
        <p15:guide id="7" orient="horz" pos="3240">
          <p15:clr>
            <a:srgbClr val="F26B43"/>
          </p15:clr>
        </p15:guide>
        <p15:guide id="8" pos="295">
          <p15:clr>
            <a:srgbClr val="F26B43"/>
          </p15:clr>
        </p15:guide>
        <p15:guide id="9" orient="horz" pos="645">
          <p15:clr>
            <a:srgbClr val="F26B43"/>
          </p15:clr>
        </p15:guide>
        <p15:guide id="10" pos="2880">
          <p15:clr>
            <a:srgbClr val="F26B43"/>
          </p15:clr>
        </p15:guide>
        <p15:guide id="11" orient="horz" pos="2777">
          <p15:clr>
            <a:srgbClr val="F26B43"/>
          </p15:clr>
        </p15:guide>
        <p15:guide id="12" orient="horz" pos="80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itre 1"/>
          <p:cNvSpPr>
            <a:spLocks noGrp="1"/>
          </p:cNvSpPr>
          <p:nvPr>
            <p:ph type="title"/>
          </p:nvPr>
        </p:nvSpPr>
        <p:spPr>
          <a:xfrm>
            <a:off x="624418" y="165100"/>
            <a:ext cx="10943727" cy="120014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idx="1"/>
          </p:nvPr>
        </p:nvSpPr>
        <p:spPr>
          <a:xfrm>
            <a:off x="624418" y="1701801"/>
            <a:ext cx="10943727" cy="41761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8710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</p:sldLayoutIdLst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  <p:hf sldNum="0" hdr="0" ftr="0" dt="0"/>
  <p:txStyles>
    <p:titleStyle>
      <a:lvl1pPr algn="l" defTabSz="609570" rtl="0" eaLnBrk="1" latinLnBrk="0" hangingPunct="1">
        <a:spcBef>
          <a:spcPct val="0"/>
        </a:spcBef>
        <a:buNone/>
        <a:defRPr sz="3200" b="1" kern="1200" cap="none" baseline="0">
          <a:solidFill>
            <a:schemeClr val="tx2"/>
          </a:solidFill>
          <a:latin typeface="+mj-lt"/>
          <a:ea typeface="+mj-ea"/>
          <a:cs typeface="Helvetica"/>
        </a:defRPr>
      </a:lvl1pPr>
    </p:titleStyle>
    <p:bodyStyle>
      <a:lvl1pPr marL="311984" indent="-311984" algn="l" defTabSz="609570" rtl="0" eaLnBrk="1" latinLnBrk="0" hangingPunct="1">
        <a:lnSpc>
          <a:spcPct val="150000"/>
        </a:lnSpc>
        <a:spcBef>
          <a:spcPts val="800"/>
        </a:spcBef>
        <a:spcAft>
          <a:spcPts val="0"/>
        </a:spcAft>
        <a:buClr>
          <a:schemeClr val="tx2"/>
        </a:buClr>
        <a:buSzPct val="150000"/>
        <a:buFontTx/>
        <a:buBlip>
          <a:blip r:embed="rId32"/>
        </a:buBlip>
        <a:defRPr sz="1867" kern="1200">
          <a:solidFill>
            <a:schemeClr val="tx1"/>
          </a:solidFill>
          <a:latin typeface="+mn-lt"/>
          <a:ea typeface="+mn-ea"/>
          <a:cs typeface="Helvetica"/>
        </a:defRPr>
      </a:lvl1pPr>
      <a:lvl2pPr marL="959952" indent="-479976" algn="l" defTabSz="60957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2pPr>
      <a:lvl3pPr marL="1523923" indent="-304784" algn="l" defTabSz="60957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5"/>
        </a:buClr>
        <a:buFont typeface="Arial"/>
        <a:buChar char="•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3pPr>
      <a:lvl4pPr marL="2133493" indent="-304784" algn="l" defTabSz="60957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Arial"/>
        <a:buChar char="–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4pPr>
      <a:lvl5pPr marL="2743063" indent="-304784" algn="l" defTabSz="609570" rtl="0" eaLnBrk="1" latinLnBrk="0" hangingPunct="1">
        <a:lnSpc>
          <a:spcPct val="150000"/>
        </a:lnSpc>
        <a:spcBef>
          <a:spcPts val="0"/>
        </a:spcBef>
        <a:spcAft>
          <a:spcPts val="0"/>
        </a:spcAft>
        <a:buSzPct val="50000"/>
        <a:buFont typeface="Wingdings 3" panose="05040102010807070707" pitchFamily="18" charset="2"/>
        <a:buChar char=""/>
        <a:defRPr sz="1867" kern="1200">
          <a:solidFill>
            <a:schemeClr val="bg2">
              <a:lumMod val="25000"/>
            </a:schemeClr>
          </a:solidFill>
          <a:latin typeface="+mn-lt"/>
          <a:ea typeface="+mn-ea"/>
          <a:cs typeface="Helvetica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65">
          <p15:clr>
            <a:srgbClr val="F26B43"/>
          </p15:clr>
        </p15:guide>
        <p15:guide id="2" orient="horz" pos="78">
          <p15:clr>
            <a:srgbClr val="F26B43"/>
          </p15:clr>
        </p15:guide>
        <p15:guide id="3" orient="horz" pos="2890">
          <p15:clr>
            <a:srgbClr val="F26B43"/>
          </p15:clr>
        </p15:guide>
        <p15:guide id="4">
          <p15:clr>
            <a:srgbClr val="F26B43"/>
          </p15:clr>
        </p15:guide>
        <p15:guide id="5" pos="5760">
          <p15:clr>
            <a:srgbClr val="F26B43"/>
          </p15:clr>
        </p15:guide>
        <p15:guide id="6" orient="horz">
          <p15:clr>
            <a:srgbClr val="F26B43"/>
          </p15:clr>
        </p15:guide>
        <p15:guide id="7" orient="horz" pos="3240">
          <p15:clr>
            <a:srgbClr val="F26B43"/>
          </p15:clr>
        </p15:guide>
        <p15:guide id="8" pos="295">
          <p15:clr>
            <a:srgbClr val="F26B43"/>
          </p15:clr>
        </p15:guide>
        <p15:guide id="9" orient="horz" pos="645">
          <p15:clr>
            <a:srgbClr val="F26B43"/>
          </p15:clr>
        </p15:guide>
        <p15:guide id="10" pos="2880">
          <p15:clr>
            <a:srgbClr val="F26B43"/>
          </p15:clr>
        </p15:guide>
        <p15:guide id="11" orient="horz" pos="2777">
          <p15:clr>
            <a:srgbClr val="F26B43"/>
          </p15:clr>
        </p15:guide>
        <p15:guide id="12" orient="horz" pos="8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71E08-AD87-2CDC-B85D-B1DB2851B4D9}"/>
              </a:ext>
            </a:extLst>
          </p:cNvPr>
          <p:cNvSpPr txBox="1"/>
          <p:nvPr/>
        </p:nvSpPr>
        <p:spPr>
          <a:xfrm>
            <a:off x="4025462" y="19023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99E17-68C8-4A53-4CB9-551CB0A8F1BE}"/>
              </a:ext>
            </a:extLst>
          </p:cNvPr>
          <p:cNvSpPr txBox="1"/>
          <p:nvPr/>
        </p:nvSpPr>
        <p:spPr>
          <a:xfrm>
            <a:off x="3689131" y="1450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A8117CE-B852-7ABF-D261-E29585FD36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Clr>
                <a:srgbClr val="000000"/>
              </a:buClr>
              <a:buSzPts val="3200"/>
            </a:pPr>
            <a:r>
              <a:rPr lang="en-GB" sz="3600" dirty="0"/>
              <a:t>New Data Quality Control Design </a:t>
            </a:r>
          </a:p>
          <a:p>
            <a:pPr>
              <a:buClr>
                <a:srgbClr val="000000"/>
              </a:buClr>
              <a:buSzPts val="3200"/>
            </a:pPr>
            <a:endParaRPr lang="fr-FR" sz="3200" b="0" spc="-200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5763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63AF59E-4126-B9BB-BA07-4DDB5288C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New Data Quality Control – </a:t>
            </a:r>
          </a:p>
          <a:p>
            <a:r>
              <a:rPr lang="en-GB" dirty="0"/>
              <a:t>Development Status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7FA93-36D5-992B-F6A3-4F65AB3E8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FE4B7942-1F3A-4691-84BA-4BB7514B21B2}" type="slidenum">
              <a:rPr lang="fr-FR" smtClean="0"/>
              <a:pPr defTabSz="914377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47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5">
            <a:extLst>
              <a:ext uri="{FF2B5EF4-FFF2-40B4-BE49-F238E27FC236}">
                <a16:creationId xmlns:a16="http://schemas.microsoft.com/office/drawing/2014/main" id="{F1FCCFFC-175F-0155-603D-4A7DCB350FBA}"/>
              </a:ext>
            </a:extLst>
          </p:cNvPr>
          <p:cNvSpPr>
            <a:spLocks/>
          </p:cNvSpPr>
          <p:nvPr/>
        </p:nvSpPr>
        <p:spPr bwMode="auto">
          <a:xfrm>
            <a:off x="10802197" y="6472446"/>
            <a:ext cx="134412" cy="93569"/>
          </a:xfrm>
          <a:custGeom>
            <a:avLst/>
            <a:gdLst>
              <a:gd name="T0" fmla="*/ 182 w 362"/>
              <a:gd name="T1" fmla="*/ 111 h 251"/>
              <a:gd name="T2" fmla="*/ 69 w 362"/>
              <a:gd name="T3" fmla="*/ 0 h 251"/>
              <a:gd name="T4" fmla="*/ 0 w 362"/>
              <a:gd name="T5" fmla="*/ 69 h 251"/>
              <a:gd name="T6" fmla="*/ 182 w 362"/>
              <a:gd name="T7" fmla="*/ 251 h 251"/>
              <a:gd name="T8" fmla="*/ 362 w 362"/>
              <a:gd name="T9" fmla="*/ 69 h 251"/>
              <a:gd name="T10" fmla="*/ 293 w 362"/>
              <a:gd name="T11" fmla="*/ 0 h 251"/>
              <a:gd name="T12" fmla="*/ 182 w 362"/>
              <a:gd name="T13" fmla="*/ 11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2" h="251">
                <a:moveTo>
                  <a:pt x="182" y="111"/>
                </a:moveTo>
                <a:lnTo>
                  <a:pt x="69" y="0"/>
                </a:lnTo>
                <a:lnTo>
                  <a:pt x="0" y="69"/>
                </a:lnTo>
                <a:lnTo>
                  <a:pt x="182" y="251"/>
                </a:lnTo>
                <a:lnTo>
                  <a:pt x="362" y="69"/>
                </a:lnTo>
                <a:lnTo>
                  <a:pt x="293" y="0"/>
                </a:lnTo>
                <a:lnTo>
                  <a:pt x="182" y="111"/>
                </a:lnTo>
                <a:close/>
              </a:path>
            </a:pathLst>
          </a:custGeom>
          <a:solidFill>
            <a:srgbClr val="0ED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77" name="Freeform 6">
            <a:extLst>
              <a:ext uri="{FF2B5EF4-FFF2-40B4-BE49-F238E27FC236}">
                <a16:creationId xmlns:a16="http://schemas.microsoft.com/office/drawing/2014/main" id="{201B4FD7-58E5-3A3C-8ABC-BD744CC729FD}"/>
              </a:ext>
            </a:extLst>
          </p:cNvPr>
          <p:cNvSpPr>
            <a:spLocks/>
          </p:cNvSpPr>
          <p:nvPr/>
        </p:nvSpPr>
        <p:spPr bwMode="auto">
          <a:xfrm>
            <a:off x="10802197" y="6624681"/>
            <a:ext cx="134412" cy="93569"/>
          </a:xfrm>
          <a:custGeom>
            <a:avLst/>
            <a:gdLst>
              <a:gd name="T0" fmla="*/ 182 w 362"/>
              <a:gd name="T1" fmla="*/ 140 h 253"/>
              <a:gd name="T2" fmla="*/ 293 w 362"/>
              <a:gd name="T3" fmla="*/ 253 h 253"/>
              <a:gd name="T4" fmla="*/ 362 w 362"/>
              <a:gd name="T5" fmla="*/ 182 h 253"/>
              <a:gd name="T6" fmla="*/ 182 w 362"/>
              <a:gd name="T7" fmla="*/ 0 h 253"/>
              <a:gd name="T8" fmla="*/ 0 w 362"/>
              <a:gd name="T9" fmla="*/ 182 h 253"/>
              <a:gd name="T10" fmla="*/ 69 w 362"/>
              <a:gd name="T11" fmla="*/ 253 h 253"/>
              <a:gd name="T12" fmla="*/ 182 w 362"/>
              <a:gd name="T13" fmla="*/ 14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2" h="253">
                <a:moveTo>
                  <a:pt x="182" y="140"/>
                </a:moveTo>
                <a:lnTo>
                  <a:pt x="293" y="253"/>
                </a:lnTo>
                <a:lnTo>
                  <a:pt x="362" y="182"/>
                </a:lnTo>
                <a:lnTo>
                  <a:pt x="182" y="0"/>
                </a:lnTo>
                <a:lnTo>
                  <a:pt x="0" y="182"/>
                </a:lnTo>
                <a:lnTo>
                  <a:pt x="69" y="253"/>
                </a:lnTo>
                <a:lnTo>
                  <a:pt x="182" y="140"/>
                </a:lnTo>
                <a:close/>
              </a:path>
            </a:pathLst>
          </a:custGeom>
          <a:solidFill>
            <a:srgbClr val="0ED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78" name="Freeform 7">
            <a:extLst>
              <a:ext uri="{FF2B5EF4-FFF2-40B4-BE49-F238E27FC236}">
                <a16:creationId xmlns:a16="http://schemas.microsoft.com/office/drawing/2014/main" id="{46896D4C-6827-23D3-B2F5-0DE2534715B4}"/>
              </a:ext>
            </a:extLst>
          </p:cNvPr>
          <p:cNvSpPr>
            <a:spLocks/>
          </p:cNvSpPr>
          <p:nvPr/>
        </p:nvSpPr>
        <p:spPr bwMode="auto">
          <a:xfrm>
            <a:off x="10898736" y="6528142"/>
            <a:ext cx="93568" cy="134412"/>
          </a:xfrm>
          <a:custGeom>
            <a:avLst/>
            <a:gdLst>
              <a:gd name="T0" fmla="*/ 140 w 253"/>
              <a:gd name="T1" fmla="*/ 182 h 362"/>
              <a:gd name="T2" fmla="*/ 253 w 253"/>
              <a:gd name="T3" fmla="*/ 69 h 362"/>
              <a:gd name="T4" fmla="*/ 182 w 253"/>
              <a:gd name="T5" fmla="*/ 0 h 362"/>
              <a:gd name="T6" fmla="*/ 0 w 253"/>
              <a:gd name="T7" fmla="*/ 182 h 362"/>
              <a:gd name="T8" fmla="*/ 182 w 253"/>
              <a:gd name="T9" fmla="*/ 362 h 362"/>
              <a:gd name="T10" fmla="*/ 253 w 253"/>
              <a:gd name="T11" fmla="*/ 293 h 362"/>
              <a:gd name="T12" fmla="*/ 140 w 253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3" h="362">
                <a:moveTo>
                  <a:pt x="140" y="182"/>
                </a:moveTo>
                <a:lnTo>
                  <a:pt x="253" y="69"/>
                </a:lnTo>
                <a:lnTo>
                  <a:pt x="182" y="0"/>
                </a:lnTo>
                <a:lnTo>
                  <a:pt x="0" y="182"/>
                </a:lnTo>
                <a:lnTo>
                  <a:pt x="182" y="362"/>
                </a:lnTo>
                <a:lnTo>
                  <a:pt x="253" y="293"/>
                </a:lnTo>
                <a:lnTo>
                  <a:pt x="140" y="182"/>
                </a:lnTo>
                <a:close/>
              </a:path>
            </a:pathLst>
          </a:custGeom>
          <a:solidFill>
            <a:srgbClr val="0ED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79" name="Freeform 8__shp_black__s1">
            <a:extLst>
              <a:ext uri="{FF2B5EF4-FFF2-40B4-BE49-F238E27FC236}">
                <a16:creationId xmlns:a16="http://schemas.microsoft.com/office/drawing/2014/main" id="{A995FB8E-3C1F-4878-1DAF-D03123382085}"/>
              </a:ext>
            </a:extLst>
          </p:cNvPr>
          <p:cNvSpPr>
            <a:spLocks/>
          </p:cNvSpPr>
          <p:nvPr/>
        </p:nvSpPr>
        <p:spPr bwMode="auto">
          <a:xfrm>
            <a:off x="10747244" y="6528142"/>
            <a:ext cx="92827" cy="134412"/>
          </a:xfrm>
          <a:custGeom>
            <a:avLst/>
            <a:gdLst>
              <a:gd name="T0" fmla="*/ 111 w 251"/>
              <a:gd name="T1" fmla="*/ 182 h 362"/>
              <a:gd name="T2" fmla="*/ 0 w 251"/>
              <a:gd name="T3" fmla="*/ 293 h 362"/>
              <a:gd name="T4" fmla="*/ 69 w 251"/>
              <a:gd name="T5" fmla="*/ 362 h 362"/>
              <a:gd name="T6" fmla="*/ 251 w 251"/>
              <a:gd name="T7" fmla="*/ 182 h 362"/>
              <a:gd name="T8" fmla="*/ 69 w 251"/>
              <a:gd name="T9" fmla="*/ 0 h 362"/>
              <a:gd name="T10" fmla="*/ 0 w 251"/>
              <a:gd name="T11" fmla="*/ 69 h 362"/>
              <a:gd name="T12" fmla="*/ 111 w 251"/>
              <a:gd name="T13" fmla="*/ 182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1" h="362">
                <a:moveTo>
                  <a:pt x="111" y="182"/>
                </a:moveTo>
                <a:lnTo>
                  <a:pt x="0" y="293"/>
                </a:lnTo>
                <a:lnTo>
                  <a:pt x="69" y="362"/>
                </a:lnTo>
                <a:lnTo>
                  <a:pt x="251" y="182"/>
                </a:lnTo>
                <a:lnTo>
                  <a:pt x="69" y="0"/>
                </a:lnTo>
                <a:lnTo>
                  <a:pt x="0" y="69"/>
                </a:lnTo>
                <a:lnTo>
                  <a:pt x="111" y="1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80" name="Freeform 9__shp_black__s1">
            <a:extLst>
              <a:ext uri="{FF2B5EF4-FFF2-40B4-BE49-F238E27FC236}">
                <a16:creationId xmlns:a16="http://schemas.microsoft.com/office/drawing/2014/main" id="{68B854B7-748F-AB13-EAC5-0EA4ACA79A5F}"/>
              </a:ext>
            </a:extLst>
          </p:cNvPr>
          <p:cNvSpPr>
            <a:spLocks/>
          </p:cNvSpPr>
          <p:nvPr/>
        </p:nvSpPr>
        <p:spPr bwMode="auto">
          <a:xfrm>
            <a:off x="11071021" y="6511805"/>
            <a:ext cx="147036" cy="163375"/>
          </a:xfrm>
          <a:custGeom>
            <a:avLst/>
            <a:gdLst>
              <a:gd name="T0" fmla="*/ 306 w 396"/>
              <a:gd name="T1" fmla="*/ 295 h 442"/>
              <a:gd name="T2" fmla="*/ 83 w 396"/>
              <a:gd name="T3" fmla="*/ 0 h 442"/>
              <a:gd name="T4" fmla="*/ 0 w 396"/>
              <a:gd name="T5" fmla="*/ 0 h 442"/>
              <a:gd name="T6" fmla="*/ 0 w 396"/>
              <a:gd name="T7" fmla="*/ 442 h 442"/>
              <a:gd name="T8" fmla="*/ 88 w 396"/>
              <a:gd name="T9" fmla="*/ 442 h 442"/>
              <a:gd name="T10" fmla="*/ 88 w 396"/>
              <a:gd name="T11" fmla="*/ 146 h 442"/>
              <a:gd name="T12" fmla="*/ 313 w 396"/>
              <a:gd name="T13" fmla="*/ 442 h 442"/>
              <a:gd name="T14" fmla="*/ 396 w 396"/>
              <a:gd name="T15" fmla="*/ 442 h 442"/>
              <a:gd name="T16" fmla="*/ 396 w 396"/>
              <a:gd name="T17" fmla="*/ 0 h 442"/>
              <a:gd name="T18" fmla="*/ 306 w 396"/>
              <a:gd name="T19" fmla="*/ 0 h 442"/>
              <a:gd name="T20" fmla="*/ 306 w 396"/>
              <a:gd name="T21" fmla="*/ 295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96" h="442">
                <a:moveTo>
                  <a:pt x="306" y="295"/>
                </a:moveTo>
                <a:lnTo>
                  <a:pt x="83" y="0"/>
                </a:lnTo>
                <a:lnTo>
                  <a:pt x="0" y="0"/>
                </a:lnTo>
                <a:lnTo>
                  <a:pt x="0" y="442"/>
                </a:lnTo>
                <a:lnTo>
                  <a:pt x="88" y="442"/>
                </a:lnTo>
                <a:lnTo>
                  <a:pt x="88" y="146"/>
                </a:lnTo>
                <a:lnTo>
                  <a:pt x="313" y="442"/>
                </a:lnTo>
                <a:lnTo>
                  <a:pt x="396" y="442"/>
                </a:lnTo>
                <a:lnTo>
                  <a:pt x="396" y="0"/>
                </a:lnTo>
                <a:lnTo>
                  <a:pt x="306" y="0"/>
                </a:lnTo>
                <a:lnTo>
                  <a:pt x="306" y="2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81" name="Freeform 10__shp_black__s1">
            <a:extLst>
              <a:ext uri="{FF2B5EF4-FFF2-40B4-BE49-F238E27FC236}">
                <a16:creationId xmlns:a16="http://schemas.microsoft.com/office/drawing/2014/main" id="{AB0FD7A5-8D90-82AF-9119-76C3B9B6115C}"/>
              </a:ext>
            </a:extLst>
          </p:cNvPr>
          <p:cNvSpPr>
            <a:spLocks noEditPoints="1"/>
          </p:cNvSpPr>
          <p:nvPr/>
        </p:nvSpPr>
        <p:spPr bwMode="auto">
          <a:xfrm>
            <a:off x="11233652" y="6558589"/>
            <a:ext cx="112876" cy="120303"/>
          </a:xfrm>
          <a:custGeom>
            <a:avLst/>
            <a:gdLst>
              <a:gd name="T0" fmla="*/ 155 w 303"/>
              <a:gd name="T1" fmla="*/ 0 h 322"/>
              <a:gd name="T2" fmla="*/ 122 w 303"/>
              <a:gd name="T3" fmla="*/ 3 h 322"/>
              <a:gd name="T4" fmla="*/ 92 w 303"/>
              <a:gd name="T5" fmla="*/ 11 h 322"/>
              <a:gd name="T6" fmla="*/ 66 w 303"/>
              <a:gd name="T7" fmla="*/ 26 h 322"/>
              <a:gd name="T8" fmla="*/ 43 w 303"/>
              <a:gd name="T9" fmla="*/ 44 h 322"/>
              <a:gd name="T10" fmla="*/ 25 w 303"/>
              <a:gd name="T11" fmla="*/ 67 h 322"/>
              <a:gd name="T12" fmla="*/ 11 w 303"/>
              <a:gd name="T13" fmla="*/ 96 h 322"/>
              <a:gd name="T14" fmla="*/ 3 w 303"/>
              <a:gd name="T15" fmla="*/ 127 h 322"/>
              <a:gd name="T16" fmla="*/ 0 w 303"/>
              <a:gd name="T17" fmla="*/ 162 h 322"/>
              <a:gd name="T18" fmla="*/ 0 w 303"/>
              <a:gd name="T19" fmla="*/ 180 h 322"/>
              <a:gd name="T20" fmla="*/ 6 w 303"/>
              <a:gd name="T21" fmla="*/ 213 h 322"/>
              <a:gd name="T22" fmla="*/ 18 w 303"/>
              <a:gd name="T23" fmla="*/ 241 h 322"/>
              <a:gd name="T24" fmla="*/ 35 w 303"/>
              <a:gd name="T25" fmla="*/ 268 h 322"/>
              <a:gd name="T26" fmla="*/ 54 w 303"/>
              <a:gd name="T27" fmla="*/ 287 h 322"/>
              <a:gd name="T28" fmla="*/ 81 w 303"/>
              <a:gd name="T29" fmla="*/ 304 h 322"/>
              <a:gd name="T30" fmla="*/ 109 w 303"/>
              <a:gd name="T31" fmla="*/ 316 h 322"/>
              <a:gd name="T32" fmla="*/ 142 w 303"/>
              <a:gd name="T33" fmla="*/ 321 h 322"/>
              <a:gd name="T34" fmla="*/ 159 w 303"/>
              <a:gd name="T35" fmla="*/ 322 h 322"/>
              <a:gd name="T36" fmla="*/ 195 w 303"/>
              <a:gd name="T37" fmla="*/ 319 h 322"/>
              <a:gd name="T38" fmla="*/ 230 w 303"/>
              <a:gd name="T39" fmla="*/ 311 h 322"/>
              <a:gd name="T40" fmla="*/ 261 w 303"/>
              <a:gd name="T41" fmla="*/ 296 h 322"/>
              <a:gd name="T42" fmla="*/ 289 w 303"/>
              <a:gd name="T43" fmla="*/ 276 h 322"/>
              <a:gd name="T44" fmla="*/ 241 w 303"/>
              <a:gd name="T45" fmla="*/ 223 h 322"/>
              <a:gd name="T46" fmla="*/ 203 w 303"/>
              <a:gd name="T47" fmla="*/ 244 h 322"/>
              <a:gd name="T48" fmla="*/ 164 w 303"/>
              <a:gd name="T49" fmla="*/ 251 h 322"/>
              <a:gd name="T50" fmla="*/ 149 w 303"/>
              <a:gd name="T51" fmla="*/ 251 h 322"/>
              <a:gd name="T52" fmla="*/ 124 w 303"/>
              <a:gd name="T53" fmla="*/ 243 h 322"/>
              <a:gd name="T54" fmla="*/ 102 w 303"/>
              <a:gd name="T55" fmla="*/ 228 h 322"/>
              <a:gd name="T56" fmla="*/ 89 w 303"/>
              <a:gd name="T57" fmla="*/ 203 h 322"/>
              <a:gd name="T58" fmla="*/ 303 w 303"/>
              <a:gd name="T59" fmla="*/ 188 h 322"/>
              <a:gd name="T60" fmla="*/ 303 w 303"/>
              <a:gd name="T61" fmla="*/ 160 h 322"/>
              <a:gd name="T62" fmla="*/ 303 w 303"/>
              <a:gd name="T63" fmla="*/ 143 h 322"/>
              <a:gd name="T64" fmla="*/ 298 w 303"/>
              <a:gd name="T65" fmla="*/ 110 h 322"/>
              <a:gd name="T66" fmla="*/ 286 w 303"/>
              <a:gd name="T67" fmla="*/ 81 h 322"/>
              <a:gd name="T68" fmla="*/ 271 w 303"/>
              <a:gd name="T69" fmla="*/ 56 h 322"/>
              <a:gd name="T70" fmla="*/ 251 w 303"/>
              <a:gd name="T71" fmla="*/ 34 h 322"/>
              <a:gd name="T72" fmla="*/ 228 w 303"/>
              <a:gd name="T73" fmla="*/ 18 h 322"/>
              <a:gd name="T74" fmla="*/ 202 w 303"/>
              <a:gd name="T75" fmla="*/ 6 h 322"/>
              <a:gd name="T76" fmla="*/ 170 w 303"/>
              <a:gd name="T77" fmla="*/ 0 h 322"/>
              <a:gd name="T78" fmla="*/ 155 w 303"/>
              <a:gd name="T79" fmla="*/ 0 h 322"/>
              <a:gd name="T80" fmla="*/ 84 w 303"/>
              <a:gd name="T81" fmla="*/ 132 h 322"/>
              <a:gd name="T82" fmla="*/ 94 w 303"/>
              <a:gd name="T83" fmla="*/ 107 h 322"/>
              <a:gd name="T84" fmla="*/ 107 w 303"/>
              <a:gd name="T85" fmla="*/ 87 h 322"/>
              <a:gd name="T86" fmla="*/ 127 w 303"/>
              <a:gd name="T87" fmla="*/ 74 h 322"/>
              <a:gd name="T88" fmla="*/ 154 w 303"/>
              <a:gd name="T89" fmla="*/ 71 h 322"/>
              <a:gd name="T90" fmla="*/ 167 w 303"/>
              <a:gd name="T91" fmla="*/ 72 h 322"/>
              <a:gd name="T92" fmla="*/ 188 w 303"/>
              <a:gd name="T93" fmla="*/ 79 h 322"/>
              <a:gd name="T94" fmla="*/ 205 w 303"/>
              <a:gd name="T95" fmla="*/ 96 h 322"/>
              <a:gd name="T96" fmla="*/ 217 w 303"/>
              <a:gd name="T97" fmla="*/ 119 h 322"/>
              <a:gd name="T98" fmla="*/ 84 w 303"/>
              <a:gd name="T99" fmla="*/ 132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03" h="322">
                <a:moveTo>
                  <a:pt x="155" y="0"/>
                </a:moveTo>
                <a:lnTo>
                  <a:pt x="155" y="0"/>
                </a:lnTo>
                <a:lnTo>
                  <a:pt x="137" y="0"/>
                </a:lnTo>
                <a:lnTo>
                  <a:pt x="122" y="3"/>
                </a:lnTo>
                <a:lnTo>
                  <a:pt x="106" y="6"/>
                </a:lnTo>
                <a:lnTo>
                  <a:pt x="92" y="11"/>
                </a:lnTo>
                <a:lnTo>
                  <a:pt x="78" y="18"/>
                </a:lnTo>
                <a:lnTo>
                  <a:pt x="66" y="26"/>
                </a:lnTo>
                <a:lnTo>
                  <a:pt x="53" y="34"/>
                </a:lnTo>
                <a:lnTo>
                  <a:pt x="43" y="44"/>
                </a:lnTo>
                <a:lnTo>
                  <a:pt x="33" y="56"/>
                </a:lnTo>
                <a:lnTo>
                  <a:pt x="25" y="67"/>
                </a:lnTo>
                <a:lnTo>
                  <a:pt x="16" y="81"/>
                </a:lnTo>
                <a:lnTo>
                  <a:pt x="11" y="96"/>
                </a:lnTo>
                <a:lnTo>
                  <a:pt x="6" y="110"/>
                </a:lnTo>
                <a:lnTo>
                  <a:pt x="3" y="127"/>
                </a:lnTo>
                <a:lnTo>
                  <a:pt x="0" y="143"/>
                </a:lnTo>
                <a:lnTo>
                  <a:pt x="0" y="162"/>
                </a:lnTo>
                <a:lnTo>
                  <a:pt x="0" y="162"/>
                </a:lnTo>
                <a:lnTo>
                  <a:pt x="0" y="180"/>
                </a:lnTo>
                <a:lnTo>
                  <a:pt x="3" y="196"/>
                </a:lnTo>
                <a:lnTo>
                  <a:pt x="6" y="213"/>
                </a:lnTo>
                <a:lnTo>
                  <a:pt x="11" y="228"/>
                </a:lnTo>
                <a:lnTo>
                  <a:pt x="18" y="241"/>
                </a:lnTo>
                <a:lnTo>
                  <a:pt x="25" y="254"/>
                </a:lnTo>
                <a:lnTo>
                  <a:pt x="35" y="268"/>
                </a:lnTo>
                <a:lnTo>
                  <a:pt x="44" y="277"/>
                </a:lnTo>
                <a:lnTo>
                  <a:pt x="54" y="287"/>
                </a:lnTo>
                <a:lnTo>
                  <a:pt x="68" y="296"/>
                </a:lnTo>
                <a:lnTo>
                  <a:pt x="81" y="304"/>
                </a:lnTo>
                <a:lnTo>
                  <a:pt x="94" y="311"/>
                </a:lnTo>
                <a:lnTo>
                  <a:pt x="109" y="316"/>
                </a:lnTo>
                <a:lnTo>
                  <a:pt x="126" y="319"/>
                </a:lnTo>
                <a:lnTo>
                  <a:pt x="142" y="321"/>
                </a:lnTo>
                <a:lnTo>
                  <a:pt x="159" y="322"/>
                </a:lnTo>
                <a:lnTo>
                  <a:pt x="159" y="322"/>
                </a:lnTo>
                <a:lnTo>
                  <a:pt x="177" y="321"/>
                </a:lnTo>
                <a:lnTo>
                  <a:pt x="195" y="319"/>
                </a:lnTo>
                <a:lnTo>
                  <a:pt x="213" y="316"/>
                </a:lnTo>
                <a:lnTo>
                  <a:pt x="230" y="311"/>
                </a:lnTo>
                <a:lnTo>
                  <a:pt x="246" y="304"/>
                </a:lnTo>
                <a:lnTo>
                  <a:pt x="261" y="296"/>
                </a:lnTo>
                <a:lnTo>
                  <a:pt x="276" y="286"/>
                </a:lnTo>
                <a:lnTo>
                  <a:pt x="289" y="276"/>
                </a:lnTo>
                <a:lnTo>
                  <a:pt x="241" y="223"/>
                </a:lnTo>
                <a:lnTo>
                  <a:pt x="241" y="223"/>
                </a:lnTo>
                <a:lnTo>
                  <a:pt x="223" y="234"/>
                </a:lnTo>
                <a:lnTo>
                  <a:pt x="203" y="244"/>
                </a:lnTo>
                <a:lnTo>
                  <a:pt x="183" y="249"/>
                </a:lnTo>
                <a:lnTo>
                  <a:pt x="164" y="251"/>
                </a:lnTo>
                <a:lnTo>
                  <a:pt x="164" y="251"/>
                </a:lnTo>
                <a:lnTo>
                  <a:pt x="149" y="251"/>
                </a:lnTo>
                <a:lnTo>
                  <a:pt x="135" y="248"/>
                </a:lnTo>
                <a:lnTo>
                  <a:pt x="124" y="243"/>
                </a:lnTo>
                <a:lnTo>
                  <a:pt x="112" y="236"/>
                </a:lnTo>
                <a:lnTo>
                  <a:pt x="102" y="228"/>
                </a:lnTo>
                <a:lnTo>
                  <a:pt x="96" y="216"/>
                </a:lnTo>
                <a:lnTo>
                  <a:pt x="89" y="203"/>
                </a:lnTo>
                <a:lnTo>
                  <a:pt x="84" y="188"/>
                </a:lnTo>
                <a:lnTo>
                  <a:pt x="303" y="188"/>
                </a:lnTo>
                <a:lnTo>
                  <a:pt x="303" y="188"/>
                </a:lnTo>
                <a:lnTo>
                  <a:pt x="303" y="160"/>
                </a:lnTo>
                <a:lnTo>
                  <a:pt x="303" y="160"/>
                </a:lnTo>
                <a:lnTo>
                  <a:pt x="303" y="143"/>
                </a:lnTo>
                <a:lnTo>
                  <a:pt x="301" y="125"/>
                </a:lnTo>
                <a:lnTo>
                  <a:pt x="298" y="110"/>
                </a:lnTo>
                <a:lnTo>
                  <a:pt x="293" y="96"/>
                </a:lnTo>
                <a:lnTo>
                  <a:pt x="286" y="81"/>
                </a:lnTo>
                <a:lnTo>
                  <a:pt x="279" y="67"/>
                </a:lnTo>
                <a:lnTo>
                  <a:pt x="271" y="56"/>
                </a:lnTo>
                <a:lnTo>
                  <a:pt x="261" y="44"/>
                </a:lnTo>
                <a:lnTo>
                  <a:pt x="251" y="34"/>
                </a:lnTo>
                <a:lnTo>
                  <a:pt x="240" y="24"/>
                </a:lnTo>
                <a:lnTo>
                  <a:pt x="228" y="18"/>
                </a:lnTo>
                <a:lnTo>
                  <a:pt x="215" y="11"/>
                </a:lnTo>
                <a:lnTo>
                  <a:pt x="202" y="6"/>
                </a:lnTo>
                <a:lnTo>
                  <a:pt x="187" y="3"/>
                </a:lnTo>
                <a:lnTo>
                  <a:pt x="170" y="0"/>
                </a:lnTo>
                <a:lnTo>
                  <a:pt x="155" y="0"/>
                </a:lnTo>
                <a:lnTo>
                  <a:pt x="155" y="0"/>
                </a:lnTo>
                <a:close/>
                <a:moveTo>
                  <a:pt x="84" y="132"/>
                </a:moveTo>
                <a:lnTo>
                  <a:pt x="84" y="132"/>
                </a:lnTo>
                <a:lnTo>
                  <a:pt x="89" y="119"/>
                </a:lnTo>
                <a:lnTo>
                  <a:pt x="94" y="107"/>
                </a:lnTo>
                <a:lnTo>
                  <a:pt x="99" y="96"/>
                </a:lnTo>
                <a:lnTo>
                  <a:pt x="107" y="87"/>
                </a:lnTo>
                <a:lnTo>
                  <a:pt x="117" y="81"/>
                </a:lnTo>
                <a:lnTo>
                  <a:pt x="127" y="74"/>
                </a:lnTo>
                <a:lnTo>
                  <a:pt x="140" y="72"/>
                </a:lnTo>
                <a:lnTo>
                  <a:pt x="154" y="71"/>
                </a:lnTo>
                <a:lnTo>
                  <a:pt x="154" y="71"/>
                </a:lnTo>
                <a:lnTo>
                  <a:pt x="167" y="72"/>
                </a:lnTo>
                <a:lnTo>
                  <a:pt x="178" y="74"/>
                </a:lnTo>
                <a:lnTo>
                  <a:pt x="188" y="79"/>
                </a:lnTo>
                <a:lnTo>
                  <a:pt x="198" y="87"/>
                </a:lnTo>
                <a:lnTo>
                  <a:pt x="205" y="96"/>
                </a:lnTo>
                <a:lnTo>
                  <a:pt x="212" y="105"/>
                </a:lnTo>
                <a:lnTo>
                  <a:pt x="217" y="119"/>
                </a:lnTo>
                <a:lnTo>
                  <a:pt x="220" y="132"/>
                </a:lnTo>
                <a:lnTo>
                  <a:pt x="84" y="1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82" name="Freeform 11__shp_black__s1">
            <a:extLst>
              <a:ext uri="{FF2B5EF4-FFF2-40B4-BE49-F238E27FC236}">
                <a16:creationId xmlns:a16="http://schemas.microsoft.com/office/drawing/2014/main" id="{1DBD376D-D881-363D-353F-E7F6A05BC54A}"/>
              </a:ext>
            </a:extLst>
          </p:cNvPr>
          <p:cNvSpPr>
            <a:spLocks noEditPoints="1"/>
          </p:cNvSpPr>
          <p:nvPr/>
        </p:nvSpPr>
        <p:spPr bwMode="auto">
          <a:xfrm>
            <a:off x="11357668" y="6558589"/>
            <a:ext cx="123273" cy="120303"/>
          </a:xfrm>
          <a:custGeom>
            <a:avLst/>
            <a:gdLst>
              <a:gd name="T0" fmla="*/ 164 w 331"/>
              <a:gd name="T1" fmla="*/ 0 h 322"/>
              <a:gd name="T2" fmla="*/ 131 w 331"/>
              <a:gd name="T3" fmla="*/ 3 h 322"/>
              <a:gd name="T4" fmla="*/ 99 w 331"/>
              <a:gd name="T5" fmla="*/ 11 h 322"/>
              <a:gd name="T6" fmla="*/ 71 w 331"/>
              <a:gd name="T7" fmla="*/ 26 h 322"/>
              <a:gd name="T8" fmla="*/ 46 w 331"/>
              <a:gd name="T9" fmla="*/ 46 h 322"/>
              <a:gd name="T10" fmla="*/ 26 w 331"/>
              <a:gd name="T11" fmla="*/ 69 h 322"/>
              <a:gd name="T12" fmla="*/ 12 w 331"/>
              <a:gd name="T13" fmla="*/ 97 h 322"/>
              <a:gd name="T14" fmla="*/ 3 w 331"/>
              <a:gd name="T15" fmla="*/ 127 h 322"/>
              <a:gd name="T16" fmla="*/ 0 w 331"/>
              <a:gd name="T17" fmla="*/ 160 h 322"/>
              <a:gd name="T18" fmla="*/ 0 w 331"/>
              <a:gd name="T19" fmla="*/ 178 h 322"/>
              <a:gd name="T20" fmla="*/ 7 w 331"/>
              <a:gd name="T21" fmla="*/ 210 h 322"/>
              <a:gd name="T22" fmla="*/ 18 w 331"/>
              <a:gd name="T23" fmla="*/ 239 h 322"/>
              <a:gd name="T24" fmla="*/ 36 w 331"/>
              <a:gd name="T25" fmla="*/ 264 h 322"/>
              <a:gd name="T26" fmla="*/ 58 w 331"/>
              <a:gd name="T27" fmla="*/ 286 h 322"/>
              <a:gd name="T28" fmla="*/ 84 w 331"/>
              <a:gd name="T29" fmla="*/ 302 h 322"/>
              <a:gd name="T30" fmla="*/ 114 w 331"/>
              <a:gd name="T31" fmla="*/ 316 h 322"/>
              <a:gd name="T32" fmla="*/ 147 w 331"/>
              <a:gd name="T33" fmla="*/ 321 h 322"/>
              <a:gd name="T34" fmla="*/ 164 w 331"/>
              <a:gd name="T35" fmla="*/ 322 h 322"/>
              <a:gd name="T36" fmla="*/ 198 w 331"/>
              <a:gd name="T37" fmla="*/ 319 h 322"/>
              <a:gd name="T38" fmla="*/ 232 w 331"/>
              <a:gd name="T39" fmla="*/ 309 h 322"/>
              <a:gd name="T40" fmla="*/ 260 w 331"/>
              <a:gd name="T41" fmla="*/ 296 h 322"/>
              <a:gd name="T42" fmla="*/ 283 w 331"/>
              <a:gd name="T43" fmla="*/ 276 h 322"/>
              <a:gd name="T44" fmla="*/ 303 w 331"/>
              <a:gd name="T45" fmla="*/ 253 h 322"/>
              <a:gd name="T46" fmla="*/ 318 w 331"/>
              <a:gd name="T47" fmla="*/ 225 h 322"/>
              <a:gd name="T48" fmla="*/ 328 w 331"/>
              <a:gd name="T49" fmla="*/ 195 h 322"/>
              <a:gd name="T50" fmla="*/ 331 w 331"/>
              <a:gd name="T51" fmla="*/ 160 h 322"/>
              <a:gd name="T52" fmla="*/ 329 w 331"/>
              <a:gd name="T53" fmla="*/ 143 h 322"/>
              <a:gd name="T54" fmla="*/ 323 w 331"/>
              <a:gd name="T55" fmla="*/ 112 h 322"/>
              <a:gd name="T56" fmla="*/ 311 w 331"/>
              <a:gd name="T57" fmla="*/ 82 h 322"/>
              <a:gd name="T58" fmla="*/ 294 w 331"/>
              <a:gd name="T59" fmla="*/ 57 h 322"/>
              <a:gd name="T60" fmla="*/ 271 w 331"/>
              <a:gd name="T61" fmla="*/ 36 h 322"/>
              <a:gd name="T62" fmla="*/ 245 w 331"/>
              <a:gd name="T63" fmla="*/ 18 h 322"/>
              <a:gd name="T64" fmla="*/ 215 w 331"/>
              <a:gd name="T65" fmla="*/ 6 h 322"/>
              <a:gd name="T66" fmla="*/ 182 w 331"/>
              <a:gd name="T67" fmla="*/ 0 h 322"/>
              <a:gd name="T68" fmla="*/ 164 w 331"/>
              <a:gd name="T69" fmla="*/ 0 h 322"/>
              <a:gd name="T70" fmla="*/ 164 w 331"/>
              <a:gd name="T71" fmla="*/ 244 h 322"/>
              <a:gd name="T72" fmla="*/ 132 w 331"/>
              <a:gd name="T73" fmla="*/ 239 h 322"/>
              <a:gd name="T74" fmla="*/ 106 w 331"/>
              <a:gd name="T75" fmla="*/ 221 h 322"/>
              <a:gd name="T76" fmla="*/ 89 w 331"/>
              <a:gd name="T77" fmla="*/ 195 h 322"/>
              <a:gd name="T78" fmla="*/ 83 w 331"/>
              <a:gd name="T79" fmla="*/ 160 h 322"/>
              <a:gd name="T80" fmla="*/ 84 w 331"/>
              <a:gd name="T81" fmla="*/ 143 h 322"/>
              <a:gd name="T82" fmla="*/ 98 w 331"/>
              <a:gd name="T83" fmla="*/ 112 h 322"/>
              <a:gd name="T84" fmla="*/ 119 w 331"/>
              <a:gd name="T85" fmla="*/ 91 h 322"/>
              <a:gd name="T86" fmla="*/ 147 w 331"/>
              <a:gd name="T87" fmla="*/ 77 h 322"/>
              <a:gd name="T88" fmla="*/ 164 w 331"/>
              <a:gd name="T89" fmla="*/ 76 h 322"/>
              <a:gd name="T90" fmla="*/ 197 w 331"/>
              <a:gd name="T91" fmla="*/ 82 h 322"/>
              <a:gd name="T92" fmla="*/ 223 w 331"/>
              <a:gd name="T93" fmla="*/ 100 h 322"/>
              <a:gd name="T94" fmla="*/ 240 w 331"/>
              <a:gd name="T95" fmla="*/ 127 h 322"/>
              <a:gd name="T96" fmla="*/ 246 w 331"/>
              <a:gd name="T97" fmla="*/ 160 h 322"/>
              <a:gd name="T98" fmla="*/ 245 w 331"/>
              <a:gd name="T99" fmla="*/ 178 h 322"/>
              <a:gd name="T100" fmla="*/ 233 w 331"/>
              <a:gd name="T101" fmla="*/ 210 h 322"/>
              <a:gd name="T102" fmla="*/ 210 w 331"/>
              <a:gd name="T103" fmla="*/ 231 h 322"/>
              <a:gd name="T104" fmla="*/ 182 w 331"/>
              <a:gd name="T105" fmla="*/ 243 h 322"/>
              <a:gd name="T106" fmla="*/ 164 w 331"/>
              <a:gd name="T107" fmla="*/ 244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31" h="322">
                <a:moveTo>
                  <a:pt x="164" y="0"/>
                </a:moveTo>
                <a:lnTo>
                  <a:pt x="164" y="0"/>
                </a:lnTo>
                <a:lnTo>
                  <a:pt x="147" y="0"/>
                </a:lnTo>
                <a:lnTo>
                  <a:pt x="131" y="3"/>
                </a:lnTo>
                <a:lnTo>
                  <a:pt x="114" y="6"/>
                </a:lnTo>
                <a:lnTo>
                  <a:pt x="99" y="11"/>
                </a:lnTo>
                <a:lnTo>
                  <a:pt x="84" y="18"/>
                </a:lnTo>
                <a:lnTo>
                  <a:pt x="71" y="26"/>
                </a:lnTo>
                <a:lnTo>
                  <a:pt x="58" y="36"/>
                </a:lnTo>
                <a:lnTo>
                  <a:pt x="46" y="46"/>
                </a:lnTo>
                <a:lnTo>
                  <a:pt x="36" y="57"/>
                </a:lnTo>
                <a:lnTo>
                  <a:pt x="26" y="69"/>
                </a:lnTo>
                <a:lnTo>
                  <a:pt x="18" y="82"/>
                </a:lnTo>
                <a:lnTo>
                  <a:pt x="12" y="97"/>
                </a:lnTo>
                <a:lnTo>
                  <a:pt x="7" y="112"/>
                </a:lnTo>
                <a:lnTo>
                  <a:pt x="3" y="127"/>
                </a:lnTo>
                <a:lnTo>
                  <a:pt x="0" y="143"/>
                </a:lnTo>
                <a:lnTo>
                  <a:pt x="0" y="160"/>
                </a:lnTo>
                <a:lnTo>
                  <a:pt x="0" y="160"/>
                </a:lnTo>
                <a:lnTo>
                  <a:pt x="0" y="178"/>
                </a:lnTo>
                <a:lnTo>
                  <a:pt x="3" y="195"/>
                </a:lnTo>
                <a:lnTo>
                  <a:pt x="7" y="210"/>
                </a:lnTo>
                <a:lnTo>
                  <a:pt x="12" y="225"/>
                </a:lnTo>
                <a:lnTo>
                  <a:pt x="18" y="239"/>
                </a:lnTo>
                <a:lnTo>
                  <a:pt x="26" y="253"/>
                </a:lnTo>
                <a:lnTo>
                  <a:pt x="36" y="264"/>
                </a:lnTo>
                <a:lnTo>
                  <a:pt x="46" y="276"/>
                </a:lnTo>
                <a:lnTo>
                  <a:pt x="58" y="286"/>
                </a:lnTo>
                <a:lnTo>
                  <a:pt x="71" y="296"/>
                </a:lnTo>
                <a:lnTo>
                  <a:pt x="84" y="302"/>
                </a:lnTo>
                <a:lnTo>
                  <a:pt x="99" y="309"/>
                </a:lnTo>
                <a:lnTo>
                  <a:pt x="114" y="316"/>
                </a:lnTo>
                <a:lnTo>
                  <a:pt x="131" y="319"/>
                </a:lnTo>
                <a:lnTo>
                  <a:pt x="147" y="321"/>
                </a:lnTo>
                <a:lnTo>
                  <a:pt x="164" y="322"/>
                </a:lnTo>
                <a:lnTo>
                  <a:pt x="164" y="322"/>
                </a:lnTo>
                <a:lnTo>
                  <a:pt x="182" y="321"/>
                </a:lnTo>
                <a:lnTo>
                  <a:pt x="198" y="319"/>
                </a:lnTo>
                <a:lnTo>
                  <a:pt x="215" y="316"/>
                </a:lnTo>
                <a:lnTo>
                  <a:pt x="232" y="309"/>
                </a:lnTo>
                <a:lnTo>
                  <a:pt x="245" y="302"/>
                </a:lnTo>
                <a:lnTo>
                  <a:pt x="260" y="296"/>
                </a:lnTo>
                <a:lnTo>
                  <a:pt x="271" y="286"/>
                </a:lnTo>
                <a:lnTo>
                  <a:pt x="283" y="276"/>
                </a:lnTo>
                <a:lnTo>
                  <a:pt x="294" y="264"/>
                </a:lnTo>
                <a:lnTo>
                  <a:pt x="303" y="253"/>
                </a:lnTo>
                <a:lnTo>
                  <a:pt x="311" y="239"/>
                </a:lnTo>
                <a:lnTo>
                  <a:pt x="318" y="225"/>
                </a:lnTo>
                <a:lnTo>
                  <a:pt x="323" y="210"/>
                </a:lnTo>
                <a:lnTo>
                  <a:pt x="328" y="195"/>
                </a:lnTo>
                <a:lnTo>
                  <a:pt x="329" y="178"/>
                </a:lnTo>
                <a:lnTo>
                  <a:pt x="331" y="160"/>
                </a:lnTo>
                <a:lnTo>
                  <a:pt x="331" y="160"/>
                </a:lnTo>
                <a:lnTo>
                  <a:pt x="329" y="143"/>
                </a:lnTo>
                <a:lnTo>
                  <a:pt x="328" y="127"/>
                </a:lnTo>
                <a:lnTo>
                  <a:pt x="323" y="112"/>
                </a:lnTo>
                <a:lnTo>
                  <a:pt x="318" y="97"/>
                </a:lnTo>
                <a:lnTo>
                  <a:pt x="311" y="82"/>
                </a:lnTo>
                <a:lnTo>
                  <a:pt x="303" y="69"/>
                </a:lnTo>
                <a:lnTo>
                  <a:pt x="294" y="57"/>
                </a:lnTo>
                <a:lnTo>
                  <a:pt x="283" y="46"/>
                </a:lnTo>
                <a:lnTo>
                  <a:pt x="271" y="36"/>
                </a:lnTo>
                <a:lnTo>
                  <a:pt x="260" y="26"/>
                </a:lnTo>
                <a:lnTo>
                  <a:pt x="245" y="18"/>
                </a:lnTo>
                <a:lnTo>
                  <a:pt x="232" y="11"/>
                </a:lnTo>
                <a:lnTo>
                  <a:pt x="215" y="6"/>
                </a:lnTo>
                <a:lnTo>
                  <a:pt x="198" y="3"/>
                </a:lnTo>
                <a:lnTo>
                  <a:pt x="182" y="0"/>
                </a:lnTo>
                <a:lnTo>
                  <a:pt x="164" y="0"/>
                </a:lnTo>
                <a:lnTo>
                  <a:pt x="164" y="0"/>
                </a:lnTo>
                <a:close/>
                <a:moveTo>
                  <a:pt x="164" y="244"/>
                </a:moveTo>
                <a:lnTo>
                  <a:pt x="164" y="244"/>
                </a:lnTo>
                <a:lnTo>
                  <a:pt x="147" y="243"/>
                </a:lnTo>
                <a:lnTo>
                  <a:pt x="132" y="239"/>
                </a:lnTo>
                <a:lnTo>
                  <a:pt x="119" y="231"/>
                </a:lnTo>
                <a:lnTo>
                  <a:pt x="106" y="221"/>
                </a:lnTo>
                <a:lnTo>
                  <a:pt x="98" y="210"/>
                </a:lnTo>
                <a:lnTo>
                  <a:pt x="89" y="195"/>
                </a:lnTo>
                <a:lnTo>
                  <a:pt x="84" y="178"/>
                </a:lnTo>
                <a:lnTo>
                  <a:pt x="83" y="160"/>
                </a:lnTo>
                <a:lnTo>
                  <a:pt x="83" y="160"/>
                </a:lnTo>
                <a:lnTo>
                  <a:pt x="84" y="143"/>
                </a:lnTo>
                <a:lnTo>
                  <a:pt x="89" y="127"/>
                </a:lnTo>
                <a:lnTo>
                  <a:pt x="98" y="112"/>
                </a:lnTo>
                <a:lnTo>
                  <a:pt x="106" y="100"/>
                </a:lnTo>
                <a:lnTo>
                  <a:pt x="119" y="91"/>
                </a:lnTo>
                <a:lnTo>
                  <a:pt x="132" y="82"/>
                </a:lnTo>
                <a:lnTo>
                  <a:pt x="147" y="77"/>
                </a:lnTo>
                <a:lnTo>
                  <a:pt x="164" y="76"/>
                </a:lnTo>
                <a:lnTo>
                  <a:pt x="164" y="76"/>
                </a:lnTo>
                <a:lnTo>
                  <a:pt x="182" y="77"/>
                </a:lnTo>
                <a:lnTo>
                  <a:pt x="197" y="82"/>
                </a:lnTo>
                <a:lnTo>
                  <a:pt x="210" y="91"/>
                </a:lnTo>
                <a:lnTo>
                  <a:pt x="223" y="100"/>
                </a:lnTo>
                <a:lnTo>
                  <a:pt x="233" y="112"/>
                </a:lnTo>
                <a:lnTo>
                  <a:pt x="240" y="127"/>
                </a:lnTo>
                <a:lnTo>
                  <a:pt x="245" y="143"/>
                </a:lnTo>
                <a:lnTo>
                  <a:pt x="246" y="160"/>
                </a:lnTo>
                <a:lnTo>
                  <a:pt x="246" y="160"/>
                </a:lnTo>
                <a:lnTo>
                  <a:pt x="245" y="178"/>
                </a:lnTo>
                <a:lnTo>
                  <a:pt x="240" y="195"/>
                </a:lnTo>
                <a:lnTo>
                  <a:pt x="233" y="210"/>
                </a:lnTo>
                <a:lnTo>
                  <a:pt x="223" y="221"/>
                </a:lnTo>
                <a:lnTo>
                  <a:pt x="210" y="231"/>
                </a:lnTo>
                <a:lnTo>
                  <a:pt x="197" y="239"/>
                </a:lnTo>
                <a:lnTo>
                  <a:pt x="182" y="243"/>
                </a:lnTo>
                <a:lnTo>
                  <a:pt x="164" y="244"/>
                </a:lnTo>
                <a:lnTo>
                  <a:pt x="164" y="24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83" name="Freeform 12__shp_black__s1">
            <a:extLst>
              <a:ext uri="{FF2B5EF4-FFF2-40B4-BE49-F238E27FC236}">
                <a16:creationId xmlns:a16="http://schemas.microsoft.com/office/drawing/2014/main" id="{62D04AC4-0CC0-2A95-19B5-EE3D76405FDD}"/>
              </a:ext>
            </a:extLst>
          </p:cNvPr>
          <p:cNvSpPr>
            <a:spLocks/>
          </p:cNvSpPr>
          <p:nvPr/>
        </p:nvSpPr>
        <p:spPr bwMode="auto">
          <a:xfrm>
            <a:off x="11476485" y="6511805"/>
            <a:ext cx="151492" cy="163375"/>
          </a:xfrm>
          <a:custGeom>
            <a:avLst/>
            <a:gdLst>
              <a:gd name="T0" fmla="*/ 406 w 409"/>
              <a:gd name="T1" fmla="*/ 0 h 442"/>
              <a:gd name="T2" fmla="*/ 303 w 409"/>
              <a:gd name="T3" fmla="*/ 0 h 442"/>
              <a:gd name="T4" fmla="*/ 205 w 409"/>
              <a:gd name="T5" fmla="*/ 151 h 442"/>
              <a:gd name="T6" fmla="*/ 108 w 409"/>
              <a:gd name="T7" fmla="*/ 0 h 442"/>
              <a:gd name="T8" fmla="*/ 5 w 409"/>
              <a:gd name="T9" fmla="*/ 0 h 442"/>
              <a:gd name="T10" fmla="*/ 151 w 409"/>
              <a:gd name="T11" fmla="*/ 217 h 442"/>
              <a:gd name="T12" fmla="*/ 0 w 409"/>
              <a:gd name="T13" fmla="*/ 442 h 442"/>
              <a:gd name="T14" fmla="*/ 103 w 409"/>
              <a:gd name="T15" fmla="*/ 442 h 442"/>
              <a:gd name="T16" fmla="*/ 204 w 409"/>
              <a:gd name="T17" fmla="*/ 285 h 442"/>
              <a:gd name="T18" fmla="*/ 306 w 409"/>
              <a:gd name="T19" fmla="*/ 442 h 442"/>
              <a:gd name="T20" fmla="*/ 409 w 409"/>
              <a:gd name="T21" fmla="*/ 442 h 442"/>
              <a:gd name="T22" fmla="*/ 258 w 409"/>
              <a:gd name="T23" fmla="*/ 217 h 442"/>
              <a:gd name="T24" fmla="*/ 406 w 409"/>
              <a:gd name="T25" fmla="*/ 0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9" h="442">
                <a:moveTo>
                  <a:pt x="406" y="0"/>
                </a:moveTo>
                <a:lnTo>
                  <a:pt x="303" y="0"/>
                </a:lnTo>
                <a:lnTo>
                  <a:pt x="205" y="151"/>
                </a:lnTo>
                <a:lnTo>
                  <a:pt x="108" y="0"/>
                </a:lnTo>
                <a:lnTo>
                  <a:pt x="5" y="0"/>
                </a:lnTo>
                <a:lnTo>
                  <a:pt x="151" y="217"/>
                </a:lnTo>
                <a:lnTo>
                  <a:pt x="0" y="442"/>
                </a:lnTo>
                <a:lnTo>
                  <a:pt x="103" y="442"/>
                </a:lnTo>
                <a:lnTo>
                  <a:pt x="204" y="285"/>
                </a:lnTo>
                <a:lnTo>
                  <a:pt x="306" y="442"/>
                </a:lnTo>
                <a:lnTo>
                  <a:pt x="409" y="442"/>
                </a:lnTo>
                <a:lnTo>
                  <a:pt x="258" y="217"/>
                </a:lnTo>
                <a:lnTo>
                  <a:pt x="40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84" name="Freeform 13__shp_black__s1">
            <a:extLst>
              <a:ext uri="{FF2B5EF4-FFF2-40B4-BE49-F238E27FC236}">
                <a16:creationId xmlns:a16="http://schemas.microsoft.com/office/drawing/2014/main" id="{FDA73D8E-E5EE-37C5-737C-0C1D5BD76C38}"/>
              </a:ext>
            </a:extLst>
          </p:cNvPr>
          <p:cNvSpPr>
            <a:spLocks noEditPoints="1"/>
          </p:cNvSpPr>
          <p:nvPr/>
        </p:nvSpPr>
        <p:spPr bwMode="auto">
          <a:xfrm>
            <a:off x="11620551" y="6558589"/>
            <a:ext cx="119560" cy="120303"/>
          </a:xfrm>
          <a:custGeom>
            <a:avLst/>
            <a:gdLst>
              <a:gd name="T0" fmla="*/ 240 w 321"/>
              <a:gd name="T1" fmla="*/ 41 h 322"/>
              <a:gd name="T2" fmla="*/ 223 w 321"/>
              <a:gd name="T3" fmla="*/ 24 h 322"/>
              <a:gd name="T4" fmla="*/ 203 w 321"/>
              <a:gd name="T5" fmla="*/ 11 h 322"/>
              <a:gd name="T6" fmla="*/ 179 w 321"/>
              <a:gd name="T7" fmla="*/ 3 h 322"/>
              <a:gd name="T8" fmla="*/ 149 w 321"/>
              <a:gd name="T9" fmla="*/ 0 h 322"/>
              <a:gd name="T10" fmla="*/ 134 w 321"/>
              <a:gd name="T11" fmla="*/ 0 h 322"/>
              <a:gd name="T12" fmla="*/ 104 w 321"/>
              <a:gd name="T13" fmla="*/ 6 h 322"/>
              <a:gd name="T14" fmla="*/ 78 w 321"/>
              <a:gd name="T15" fmla="*/ 18 h 322"/>
              <a:gd name="T16" fmla="*/ 53 w 321"/>
              <a:gd name="T17" fmla="*/ 36 h 322"/>
              <a:gd name="T18" fmla="*/ 33 w 321"/>
              <a:gd name="T19" fmla="*/ 57 h 322"/>
              <a:gd name="T20" fmla="*/ 18 w 321"/>
              <a:gd name="T21" fmla="*/ 82 h 322"/>
              <a:gd name="T22" fmla="*/ 7 w 321"/>
              <a:gd name="T23" fmla="*/ 112 h 322"/>
              <a:gd name="T24" fmla="*/ 2 w 321"/>
              <a:gd name="T25" fmla="*/ 143 h 322"/>
              <a:gd name="T26" fmla="*/ 0 w 321"/>
              <a:gd name="T27" fmla="*/ 160 h 322"/>
              <a:gd name="T28" fmla="*/ 3 w 321"/>
              <a:gd name="T29" fmla="*/ 195 h 322"/>
              <a:gd name="T30" fmla="*/ 12 w 321"/>
              <a:gd name="T31" fmla="*/ 225 h 322"/>
              <a:gd name="T32" fmla="*/ 25 w 321"/>
              <a:gd name="T33" fmla="*/ 253 h 322"/>
              <a:gd name="T34" fmla="*/ 43 w 321"/>
              <a:gd name="T35" fmla="*/ 276 h 322"/>
              <a:gd name="T36" fmla="*/ 64 w 321"/>
              <a:gd name="T37" fmla="*/ 296 h 322"/>
              <a:gd name="T38" fmla="*/ 89 w 321"/>
              <a:gd name="T39" fmla="*/ 309 h 322"/>
              <a:gd name="T40" fmla="*/ 117 w 321"/>
              <a:gd name="T41" fmla="*/ 319 h 322"/>
              <a:gd name="T42" fmla="*/ 149 w 321"/>
              <a:gd name="T43" fmla="*/ 322 h 322"/>
              <a:gd name="T44" fmla="*/ 164 w 321"/>
              <a:gd name="T45" fmla="*/ 321 h 322"/>
              <a:gd name="T46" fmla="*/ 192 w 321"/>
              <a:gd name="T47" fmla="*/ 316 h 322"/>
              <a:gd name="T48" fmla="*/ 213 w 321"/>
              <a:gd name="T49" fmla="*/ 304 h 322"/>
              <a:gd name="T50" fmla="*/ 233 w 321"/>
              <a:gd name="T51" fmla="*/ 289 h 322"/>
              <a:gd name="T52" fmla="*/ 240 w 321"/>
              <a:gd name="T53" fmla="*/ 314 h 322"/>
              <a:gd name="T54" fmla="*/ 321 w 321"/>
              <a:gd name="T55" fmla="*/ 8 h 322"/>
              <a:gd name="T56" fmla="*/ 240 w 321"/>
              <a:gd name="T57" fmla="*/ 41 h 322"/>
              <a:gd name="T58" fmla="*/ 164 w 321"/>
              <a:gd name="T59" fmla="*/ 244 h 322"/>
              <a:gd name="T60" fmla="*/ 131 w 321"/>
              <a:gd name="T61" fmla="*/ 238 h 322"/>
              <a:gd name="T62" fmla="*/ 106 w 321"/>
              <a:gd name="T63" fmla="*/ 220 h 322"/>
              <a:gd name="T64" fmla="*/ 91 w 321"/>
              <a:gd name="T65" fmla="*/ 193 h 322"/>
              <a:gd name="T66" fmla="*/ 84 w 321"/>
              <a:gd name="T67" fmla="*/ 160 h 322"/>
              <a:gd name="T68" fmla="*/ 86 w 321"/>
              <a:gd name="T69" fmla="*/ 143 h 322"/>
              <a:gd name="T70" fmla="*/ 98 w 321"/>
              <a:gd name="T71" fmla="*/ 114 h 322"/>
              <a:gd name="T72" fmla="*/ 117 w 321"/>
              <a:gd name="T73" fmla="*/ 91 h 322"/>
              <a:gd name="T74" fmla="*/ 147 w 321"/>
              <a:gd name="T75" fmla="*/ 77 h 322"/>
              <a:gd name="T76" fmla="*/ 164 w 321"/>
              <a:gd name="T77" fmla="*/ 76 h 322"/>
              <a:gd name="T78" fmla="*/ 197 w 321"/>
              <a:gd name="T79" fmla="*/ 82 h 322"/>
              <a:gd name="T80" fmla="*/ 222 w 321"/>
              <a:gd name="T81" fmla="*/ 100 h 322"/>
              <a:gd name="T82" fmla="*/ 237 w 321"/>
              <a:gd name="T83" fmla="*/ 127 h 322"/>
              <a:gd name="T84" fmla="*/ 243 w 321"/>
              <a:gd name="T85" fmla="*/ 160 h 322"/>
              <a:gd name="T86" fmla="*/ 241 w 321"/>
              <a:gd name="T87" fmla="*/ 178 h 322"/>
              <a:gd name="T88" fmla="*/ 230 w 321"/>
              <a:gd name="T89" fmla="*/ 208 h 322"/>
              <a:gd name="T90" fmla="*/ 210 w 321"/>
              <a:gd name="T91" fmla="*/ 231 h 322"/>
              <a:gd name="T92" fmla="*/ 180 w 321"/>
              <a:gd name="T93" fmla="*/ 243 h 322"/>
              <a:gd name="T94" fmla="*/ 164 w 321"/>
              <a:gd name="T95" fmla="*/ 244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1" h="322">
                <a:moveTo>
                  <a:pt x="240" y="41"/>
                </a:moveTo>
                <a:lnTo>
                  <a:pt x="240" y="41"/>
                </a:lnTo>
                <a:lnTo>
                  <a:pt x="233" y="33"/>
                </a:lnTo>
                <a:lnTo>
                  <a:pt x="223" y="24"/>
                </a:lnTo>
                <a:lnTo>
                  <a:pt x="213" y="18"/>
                </a:lnTo>
                <a:lnTo>
                  <a:pt x="203" y="11"/>
                </a:lnTo>
                <a:lnTo>
                  <a:pt x="190" y="6"/>
                </a:lnTo>
                <a:lnTo>
                  <a:pt x="179" y="3"/>
                </a:lnTo>
                <a:lnTo>
                  <a:pt x="164" y="0"/>
                </a:lnTo>
                <a:lnTo>
                  <a:pt x="149" y="0"/>
                </a:lnTo>
                <a:lnTo>
                  <a:pt x="149" y="0"/>
                </a:lnTo>
                <a:lnTo>
                  <a:pt x="134" y="0"/>
                </a:lnTo>
                <a:lnTo>
                  <a:pt x="117" y="3"/>
                </a:lnTo>
                <a:lnTo>
                  <a:pt x="104" y="6"/>
                </a:lnTo>
                <a:lnTo>
                  <a:pt x="89" y="11"/>
                </a:lnTo>
                <a:lnTo>
                  <a:pt x="78" y="18"/>
                </a:lnTo>
                <a:lnTo>
                  <a:pt x="64" y="26"/>
                </a:lnTo>
                <a:lnTo>
                  <a:pt x="53" y="36"/>
                </a:lnTo>
                <a:lnTo>
                  <a:pt x="43" y="46"/>
                </a:lnTo>
                <a:lnTo>
                  <a:pt x="33" y="57"/>
                </a:lnTo>
                <a:lnTo>
                  <a:pt x="25" y="69"/>
                </a:lnTo>
                <a:lnTo>
                  <a:pt x="18" y="82"/>
                </a:lnTo>
                <a:lnTo>
                  <a:pt x="12" y="97"/>
                </a:lnTo>
                <a:lnTo>
                  <a:pt x="7" y="112"/>
                </a:lnTo>
                <a:lnTo>
                  <a:pt x="3" y="127"/>
                </a:lnTo>
                <a:lnTo>
                  <a:pt x="2" y="143"/>
                </a:lnTo>
                <a:lnTo>
                  <a:pt x="0" y="160"/>
                </a:lnTo>
                <a:lnTo>
                  <a:pt x="0" y="160"/>
                </a:lnTo>
                <a:lnTo>
                  <a:pt x="2" y="178"/>
                </a:lnTo>
                <a:lnTo>
                  <a:pt x="3" y="195"/>
                </a:lnTo>
                <a:lnTo>
                  <a:pt x="7" y="210"/>
                </a:lnTo>
                <a:lnTo>
                  <a:pt x="12" y="225"/>
                </a:lnTo>
                <a:lnTo>
                  <a:pt x="18" y="239"/>
                </a:lnTo>
                <a:lnTo>
                  <a:pt x="25" y="253"/>
                </a:lnTo>
                <a:lnTo>
                  <a:pt x="33" y="264"/>
                </a:lnTo>
                <a:lnTo>
                  <a:pt x="43" y="276"/>
                </a:lnTo>
                <a:lnTo>
                  <a:pt x="53" y="286"/>
                </a:lnTo>
                <a:lnTo>
                  <a:pt x="64" y="296"/>
                </a:lnTo>
                <a:lnTo>
                  <a:pt x="78" y="302"/>
                </a:lnTo>
                <a:lnTo>
                  <a:pt x="89" y="309"/>
                </a:lnTo>
                <a:lnTo>
                  <a:pt x="104" y="316"/>
                </a:lnTo>
                <a:lnTo>
                  <a:pt x="117" y="319"/>
                </a:lnTo>
                <a:lnTo>
                  <a:pt x="134" y="321"/>
                </a:lnTo>
                <a:lnTo>
                  <a:pt x="149" y="322"/>
                </a:lnTo>
                <a:lnTo>
                  <a:pt x="149" y="322"/>
                </a:lnTo>
                <a:lnTo>
                  <a:pt x="164" y="321"/>
                </a:lnTo>
                <a:lnTo>
                  <a:pt x="179" y="319"/>
                </a:lnTo>
                <a:lnTo>
                  <a:pt x="192" y="316"/>
                </a:lnTo>
                <a:lnTo>
                  <a:pt x="203" y="311"/>
                </a:lnTo>
                <a:lnTo>
                  <a:pt x="213" y="304"/>
                </a:lnTo>
                <a:lnTo>
                  <a:pt x="223" y="297"/>
                </a:lnTo>
                <a:lnTo>
                  <a:pt x="233" y="289"/>
                </a:lnTo>
                <a:lnTo>
                  <a:pt x="240" y="281"/>
                </a:lnTo>
                <a:lnTo>
                  <a:pt x="240" y="314"/>
                </a:lnTo>
                <a:lnTo>
                  <a:pt x="321" y="314"/>
                </a:lnTo>
                <a:lnTo>
                  <a:pt x="321" y="8"/>
                </a:lnTo>
                <a:lnTo>
                  <a:pt x="240" y="8"/>
                </a:lnTo>
                <a:lnTo>
                  <a:pt x="240" y="41"/>
                </a:lnTo>
                <a:close/>
                <a:moveTo>
                  <a:pt x="164" y="244"/>
                </a:moveTo>
                <a:lnTo>
                  <a:pt x="164" y="244"/>
                </a:lnTo>
                <a:lnTo>
                  <a:pt x="147" y="243"/>
                </a:lnTo>
                <a:lnTo>
                  <a:pt x="131" y="238"/>
                </a:lnTo>
                <a:lnTo>
                  <a:pt x="117" y="231"/>
                </a:lnTo>
                <a:lnTo>
                  <a:pt x="106" y="220"/>
                </a:lnTo>
                <a:lnTo>
                  <a:pt x="98" y="208"/>
                </a:lnTo>
                <a:lnTo>
                  <a:pt x="91" y="193"/>
                </a:lnTo>
                <a:lnTo>
                  <a:pt x="86" y="178"/>
                </a:lnTo>
                <a:lnTo>
                  <a:pt x="84" y="160"/>
                </a:lnTo>
                <a:lnTo>
                  <a:pt x="84" y="160"/>
                </a:lnTo>
                <a:lnTo>
                  <a:pt x="86" y="143"/>
                </a:lnTo>
                <a:lnTo>
                  <a:pt x="91" y="127"/>
                </a:lnTo>
                <a:lnTo>
                  <a:pt x="98" y="114"/>
                </a:lnTo>
                <a:lnTo>
                  <a:pt x="106" y="100"/>
                </a:lnTo>
                <a:lnTo>
                  <a:pt x="117" y="91"/>
                </a:lnTo>
                <a:lnTo>
                  <a:pt x="131" y="82"/>
                </a:lnTo>
                <a:lnTo>
                  <a:pt x="147" y="77"/>
                </a:lnTo>
                <a:lnTo>
                  <a:pt x="164" y="76"/>
                </a:lnTo>
                <a:lnTo>
                  <a:pt x="164" y="76"/>
                </a:lnTo>
                <a:lnTo>
                  <a:pt x="180" y="77"/>
                </a:lnTo>
                <a:lnTo>
                  <a:pt x="197" y="82"/>
                </a:lnTo>
                <a:lnTo>
                  <a:pt x="210" y="91"/>
                </a:lnTo>
                <a:lnTo>
                  <a:pt x="222" y="100"/>
                </a:lnTo>
                <a:lnTo>
                  <a:pt x="230" y="112"/>
                </a:lnTo>
                <a:lnTo>
                  <a:pt x="237" y="127"/>
                </a:lnTo>
                <a:lnTo>
                  <a:pt x="241" y="143"/>
                </a:lnTo>
                <a:lnTo>
                  <a:pt x="243" y="160"/>
                </a:lnTo>
                <a:lnTo>
                  <a:pt x="243" y="160"/>
                </a:lnTo>
                <a:lnTo>
                  <a:pt x="241" y="178"/>
                </a:lnTo>
                <a:lnTo>
                  <a:pt x="237" y="195"/>
                </a:lnTo>
                <a:lnTo>
                  <a:pt x="230" y="208"/>
                </a:lnTo>
                <a:lnTo>
                  <a:pt x="222" y="221"/>
                </a:lnTo>
                <a:lnTo>
                  <a:pt x="210" y="231"/>
                </a:lnTo>
                <a:lnTo>
                  <a:pt x="197" y="238"/>
                </a:lnTo>
                <a:lnTo>
                  <a:pt x="180" y="243"/>
                </a:lnTo>
                <a:lnTo>
                  <a:pt x="164" y="244"/>
                </a:lnTo>
                <a:lnTo>
                  <a:pt x="164" y="24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sp>
        <p:nvSpPr>
          <p:cNvPr id="85" name="Freeform 14__shp_black__s1">
            <a:extLst>
              <a:ext uri="{FF2B5EF4-FFF2-40B4-BE49-F238E27FC236}">
                <a16:creationId xmlns:a16="http://schemas.microsoft.com/office/drawing/2014/main" id="{D6CF4E1E-00A4-41AD-BBD4-5355E672B25E}"/>
              </a:ext>
            </a:extLst>
          </p:cNvPr>
          <p:cNvSpPr>
            <a:spLocks/>
          </p:cNvSpPr>
          <p:nvPr/>
        </p:nvSpPr>
        <p:spPr bwMode="auto">
          <a:xfrm>
            <a:off x="11760161" y="6558589"/>
            <a:ext cx="184167" cy="116589"/>
          </a:xfrm>
          <a:custGeom>
            <a:avLst/>
            <a:gdLst>
              <a:gd name="T0" fmla="*/ 376 w 497"/>
              <a:gd name="T1" fmla="*/ 0 h 314"/>
              <a:gd name="T2" fmla="*/ 346 w 497"/>
              <a:gd name="T3" fmla="*/ 3 h 314"/>
              <a:gd name="T4" fmla="*/ 318 w 497"/>
              <a:gd name="T5" fmla="*/ 11 h 314"/>
              <a:gd name="T6" fmla="*/ 293 w 497"/>
              <a:gd name="T7" fmla="*/ 28 h 314"/>
              <a:gd name="T8" fmla="*/ 272 w 497"/>
              <a:gd name="T9" fmla="*/ 53 h 314"/>
              <a:gd name="T10" fmla="*/ 264 w 497"/>
              <a:gd name="T11" fmla="*/ 41 h 314"/>
              <a:gd name="T12" fmla="*/ 244 w 497"/>
              <a:gd name="T13" fmla="*/ 21 h 314"/>
              <a:gd name="T14" fmla="*/ 217 w 497"/>
              <a:gd name="T15" fmla="*/ 8 h 314"/>
              <a:gd name="T16" fmla="*/ 187 w 497"/>
              <a:gd name="T17" fmla="*/ 0 h 314"/>
              <a:gd name="T18" fmla="*/ 171 w 497"/>
              <a:gd name="T19" fmla="*/ 0 h 314"/>
              <a:gd name="T20" fmla="*/ 146 w 497"/>
              <a:gd name="T21" fmla="*/ 1 h 314"/>
              <a:gd name="T22" fmla="*/ 121 w 497"/>
              <a:gd name="T23" fmla="*/ 9 h 314"/>
              <a:gd name="T24" fmla="*/ 100 w 497"/>
              <a:gd name="T25" fmla="*/ 23 h 314"/>
              <a:gd name="T26" fmla="*/ 82 w 497"/>
              <a:gd name="T27" fmla="*/ 44 h 314"/>
              <a:gd name="T28" fmla="*/ 0 w 497"/>
              <a:gd name="T29" fmla="*/ 8 h 314"/>
              <a:gd name="T30" fmla="*/ 83 w 497"/>
              <a:gd name="T31" fmla="*/ 314 h 314"/>
              <a:gd name="T32" fmla="*/ 83 w 497"/>
              <a:gd name="T33" fmla="*/ 147 h 314"/>
              <a:gd name="T34" fmla="*/ 88 w 497"/>
              <a:gd name="T35" fmla="*/ 115 h 314"/>
              <a:gd name="T36" fmla="*/ 103 w 497"/>
              <a:gd name="T37" fmla="*/ 94 h 314"/>
              <a:gd name="T38" fmla="*/ 123 w 497"/>
              <a:gd name="T39" fmla="*/ 81 h 314"/>
              <a:gd name="T40" fmla="*/ 148 w 497"/>
              <a:gd name="T41" fmla="*/ 77 h 314"/>
              <a:gd name="T42" fmla="*/ 161 w 497"/>
              <a:gd name="T43" fmla="*/ 77 h 314"/>
              <a:gd name="T44" fmla="*/ 184 w 497"/>
              <a:gd name="T45" fmla="*/ 87 h 314"/>
              <a:gd name="T46" fmla="*/ 199 w 497"/>
              <a:gd name="T47" fmla="*/ 104 h 314"/>
              <a:gd name="T48" fmla="*/ 207 w 497"/>
              <a:gd name="T49" fmla="*/ 130 h 314"/>
              <a:gd name="T50" fmla="*/ 207 w 497"/>
              <a:gd name="T51" fmla="*/ 314 h 314"/>
              <a:gd name="T52" fmla="*/ 290 w 497"/>
              <a:gd name="T53" fmla="*/ 147 h 314"/>
              <a:gd name="T54" fmla="*/ 292 w 497"/>
              <a:gd name="T55" fmla="*/ 130 h 314"/>
              <a:gd name="T56" fmla="*/ 302 w 497"/>
              <a:gd name="T57" fmla="*/ 104 h 314"/>
              <a:gd name="T58" fmla="*/ 320 w 497"/>
              <a:gd name="T59" fmla="*/ 87 h 314"/>
              <a:gd name="T60" fmla="*/ 343 w 497"/>
              <a:gd name="T61" fmla="*/ 77 h 314"/>
              <a:gd name="T62" fmla="*/ 354 w 497"/>
              <a:gd name="T63" fmla="*/ 77 h 314"/>
              <a:gd name="T64" fmla="*/ 381 w 497"/>
              <a:gd name="T65" fmla="*/ 81 h 314"/>
              <a:gd name="T66" fmla="*/ 399 w 497"/>
              <a:gd name="T67" fmla="*/ 94 h 314"/>
              <a:gd name="T68" fmla="*/ 411 w 497"/>
              <a:gd name="T69" fmla="*/ 115 h 314"/>
              <a:gd name="T70" fmla="*/ 416 w 497"/>
              <a:gd name="T71" fmla="*/ 145 h 314"/>
              <a:gd name="T72" fmla="*/ 497 w 497"/>
              <a:gd name="T73" fmla="*/ 314 h 314"/>
              <a:gd name="T74" fmla="*/ 497 w 497"/>
              <a:gd name="T75" fmla="*/ 119 h 314"/>
              <a:gd name="T76" fmla="*/ 495 w 497"/>
              <a:gd name="T77" fmla="*/ 94 h 314"/>
              <a:gd name="T78" fmla="*/ 488 w 497"/>
              <a:gd name="T79" fmla="*/ 71 h 314"/>
              <a:gd name="T80" fmla="*/ 479 w 497"/>
              <a:gd name="T81" fmla="*/ 49 h 314"/>
              <a:gd name="T82" fmla="*/ 464 w 497"/>
              <a:gd name="T83" fmla="*/ 33 h 314"/>
              <a:gd name="T84" fmla="*/ 445 w 497"/>
              <a:gd name="T85" fmla="*/ 18 h 314"/>
              <a:gd name="T86" fmla="*/ 426 w 497"/>
              <a:gd name="T87" fmla="*/ 8 h 314"/>
              <a:gd name="T88" fmla="*/ 402 w 497"/>
              <a:gd name="T89" fmla="*/ 1 h 314"/>
              <a:gd name="T90" fmla="*/ 376 w 497"/>
              <a:gd name="T91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97" h="314">
                <a:moveTo>
                  <a:pt x="376" y="0"/>
                </a:moveTo>
                <a:lnTo>
                  <a:pt x="376" y="0"/>
                </a:lnTo>
                <a:lnTo>
                  <a:pt x="361" y="0"/>
                </a:lnTo>
                <a:lnTo>
                  <a:pt x="346" y="3"/>
                </a:lnTo>
                <a:lnTo>
                  <a:pt x="331" y="6"/>
                </a:lnTo>
                <a:lnTo>
                  <a:pt x="318" y="11"/>
                </a:lnTo>
                <a:lnTo>
                  <a:pt x="305" y="18"/>
                </a:lnTo>
                <a:lnTo>
                  <a:pt x="293" y="28"/>
                </a:lnTo>
                <a:lnTo>
                  <a:pt x="282" y="39"/>
                </a:lnTo>
                <a:lnTo>
                  <a:pt x="272" y="53"/>
                </a:lnTo>
                <a:lnTo>
                  <a:pt x="272" y="53"/>
                </a:lnTo>
                <a:lnTo>
                  <a:pt x="264" y="41"/>
                </a:lnTo>
                <a:lnTo>
                  <a:pt x="254" y="29"/>
                </a:lnTo>
                <a:lnTo>
                  <a:pt x="244" y="21"/>
                </a:lnTo>
                <a:lnTo>
                  <a:pt x="230" y="13"/>
                </a:lnTo>
                <a:lnTo>
                  <a:pt x="217" y="8"/>
                </a:lnTo>
                <a:lnTo>
                  <a:pt x="202" y="3"/>
                </a:lnTo>
                <a:lnTo>
                  <a:pt x="187" y="0"/>
                </a:lnTo>
                <a:lnTo>
                  <a:pt x="171" y="0"/>
                </a:lnTo>
                <a:lnTo>
                  <a:pt x="171" y="0"/>
                </a:lnTo>
                <a:lnTo>
                  <a:pt x="158" y="0"/>
                </a:lnTo>
                <a:lnTo>
                  <a:pt x="146" y="1"/>
                </a:lnTo>
                <a:lnTo>
                  <a:pt x="133" y="5"/>
                </a:lnTo>
                <a:lnTo>
                  <a:pt x="121" y="9"/>
                </a:lnTo>
                <a:lnTo>
                  <a:pt x="110" y="16"/>
                </a:lnTo>
                <a:lnTo>
                  <a:pt x="100" y="23"/>
                </a:lnTo>
                <a:lnTo>
                  <a:pt x="90" y="33"/>
                </a:lnTo>
                <a:lnTo>
                  <a:pt x="82" y="44"/>
                </a:lnTo>
                <a:lnTo>
                  <a:pt x="82" y="8"/>
                </a:lnTo>
                <a:lnTo>
                  <a:pt x="0" y="8"/>
                </a:lnTo>
                <a:lnTo>
                  <a:pt x="0" y="314"/>
                </a:lnTo>
                <a:lnTo>
                  <a:pt x="83" y="314"/>
                </a:lnTo>
                <a:lnTo>
                  <a:pt x="83" y="147"/>
                </a:lnTo>
                <a:lnTo>
                  <a:pt x="83" y="147"/>
                </a:lnTo>
                <a:lnTo>
                  <a:pt x="85" y="130"/>
                </a:lnTo>
                <a:lnTo>
                  <a:pt x="88" y="115"/>
                </a:lnTo>
                <a:lnTo>
                  <a:pt x="95" y="104"/>
                </a:lnTo>
                <a:lnTo>
                  <a:pt x="103" y="94"/>
                </a:lnTo>
                <a:lnTo>
                  <a:pt x="113" y="87"/>
                </a:lnTo>
                <a:lnTo>
                  <a:pt x="123" y="81"/>
                </a:lnTo>
                <a:lnTo>
                  <a:pt x="134" y="77"/>
                </a:lnTo>
                <a:lnTo>
                  <a:pt x="148" y="77"/>
                </a:lnTo>
                <a:lnTo>
                  <a:pt x="148" y="77"/>
                </a:lnTo>
                <a:lnTo>
                  <a:pt x="161" y="77"/>
                </a:lnTo>
                <a:lnTo>
                  <a:pt x="174" y="81"/>
                </a:lnTo>
                <a:lnTo>
                  <a:pt x="184" y="87"/>
                </a:lnTo>
                <a:lnTo>
                  <a:pt x="192" y="94"/>
                </a:lnTo>
                <a:lnTo>
                  <a:pt x="199" y="104"/>
                </a:lnTo>
                <a:lnTo>
                  <a:pt x="204" y="115"/>
                </a:lnTo>
                <a:lnTo>
                  <a:pt x="207" y="130"/>
                </a:lnTo>
                <a:lnTo>
                  <a:pt x="207" y="145"/>
                </a:lnTo>
                <a:lnTo>
                  <a:pt x="207" y="314"/>
                </a:lnTo>
                <a:lnTo>
                  <a:pt x="290" y="314"/>
                </a:lnTo>
                <a:lnTo>
                  <a:pt x="290" y="147"/>
                </a:lnTo>
                <a:lnTo>
                  <a:pt x="290" y="147"/>
                </a:lnTo>
                <a:lnTo>
                  <a:pt x="292" y="130"/>
                </a:lnTo>
                <a:lnTo>
                  <a:pt x="295" y="115"/>
                </a:lnTo>
                <a:lnTo>
                  <a:pt x="302" y="104"/>
                </a:lnTo>
                <a:lnTo>
                  <a:pt x="310" y="94"/>
                </a:lnTo>
                <a:lnTo>
                  <a:pt x="320" y="87"/>
                </a:lnTo>
                <a:lnTo>
                  <a:pt x="330" y="81"/>
                </a:lnTo>
                <a:lnTo>
                  <a:pt x="343" y="77"/>
                </a:lnTo>
                <a:lnTo>
                  <a:pt x="354" y="77"/>
                </a:lnTo>
                <a:lnTo>
                  <a:pt x="354" y="77"/>
                </a:lnTo>
                <a:lnTo>
                  <a:pt x="368" y="77"/>
                </a:lnTo>
                <a:lnTo>
                  <a:pt x="381" y="81"/>
                </a:lnTo>
                <a:lnTo>
                  <a:pt x="391" y="87"/>
                </a:lnTo>
                <a:lnTo>
                  <a:pt x="399" y="94"/>
                </a:lnTo>
                <a:lnTo>
                  <a:pt x="406" y="104"/>
                </a:lnTo>
                <a:lnTo>
                  <a:pt x="411" y="115"/>
                </a:lnTo>
                <a:lnTo>
                  <a:pt x="414" y="130"/>
                </a:lnTo>
                <a:lnTo>
                  <a:pt x="416" y="145"/>
                </a:lnTo>
                <a:lnTo>
                  <a:pt x="416" y="314"/>
                </a:lnTo>
                <a:lnTo>
                  <a:pt x="497" y="314"/>
                </a:lnTo>
                <a:lnTo>
                  <a:pt x="497" y="119"/>
                </a:lnTo>
                <a:lnTo>
                  <a:pt x="497" y="119"/>
                </a:lnTo>
                <a:lnTo>
                  <a:pt x="497" y="105"/>
                </a:lnTo>
                <a:lnTo>
                  <a:pt x="495" y="94"/>
                </a:lnTo>
                <a:lnTo>
                  <a:pt x="492" y="82"/>
                </a:lnTo>
                <a:lnTo>
                  <a:pt x="488" y="71"/>
                </a:lnTo>
                <a:lnTo>
                  <a:pt x="484" y="59"/>
                </a:lnTo>
                <a:lnTo>
                  <a:pt x="479" y="49"/>
                </a:lnTo>
                <a:lnTo>
                  <a:pt x="472" y="41"/>
                </a:lnTo>
                <a:lnTo>
                  <a:pt x="464" y="33"/>
                </a:lnTo>
                <a:lnTo>
                  <a:pt x="455" y="24"/>
                </a:lnTo>
                <a:lnTo>
                  <a:pt x="445" y="18"/>
                </a:lnTo>
                <a:lnTo>
                  <a:pt x="436" y="13"/>
                </a:lnTo>
                <a:lnTo>
                  <a:pt x="426" y="8"/>
                </a:lnTo>
                <a:lnTo>
                  <a:pt x="414" y="5"/>
                </a:lnTo>
                <a:lnTo>
                  <a:pt x="402" y="1"/>
                </a:lnTo>
                <a:lnTo>
                  <a:pt x="389" y="0"/>
                </a:lnTo>
                <a:lnTo>
                  <a:pt x="376" y="0"/>
                </a:lnTo>
                <a:lnTo>
                  <a:pt x="37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2400">
              <a:solidFill>
                <a:srgbClr val="22211F"/>
              </a:solidFill>
            </a:endParaRPr>
          </a:p>
        </p:txBody>
      </p:sp>
      <p:grpSp>
        <p:nvGrpSpPr>
          <p:cNvPr id="174" name="Groupe 173">
            <a:extLst>
              <a:ext uri="{FF2B5EF4-FFF2-40B4-BE49-F238E27FC236}">
                <a16:creationId xmlns:a16="http://schemas.microsoft.com/office/drawing/2014/main" id="{E3E74725-CD24-FAA6-B3AB-83223A8DA2D8}"/>
              </a:ext>
            </a:extLst>
          </p:cNvPr>
          <p:cNvGrpSpPr/>
          <p:nvPr/>
        </p:nvGrpSpPr>
        <p:grpSpPr>
          <a:xfrm>
            <a:off x="7499987" y="3764369"/>
            <a:ext cx="3519074" cy="1708821"/>
            <a:chOff x="8496646" y="3764369"/>
            <a:chExt cx="3634740" cy="1708821"/>
          </a:xfrm>
        </p:grpSpPr>
        <p:pic>
          <p:nvPicPr>
            <p:cNvPr id="167" name="Image 166">
              <a:extLst>
                <a:ext uri="{FF2B5EF4-FFF2-40B4-BE49-F238E27FC236}">
                  <a16:creationId xmlns:a16="http://schemas.microsoft.com/office/drawing/2014/main" id="{432E9F11-399C-1899-796B-36CCE26AC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96646" y="4589270"/>
              <a:ext cx="3634740" cy="883920"/>
            </a:xfrm>
            <a:prstGeom prst="rect">
              <a:avLst/>
            </a:prstGeom>
          </p:spPr>
        </p:pic>
        <p:sp>
          <p:nvSpPr>
            <p:cNvPr id="122" name="TextBox 33__text_ul__s1">
              <a:extLst>
                <a:ext uri="{FF2B5EF4-FFF2-40B4-BE49-F238E27FC236}">
                  <a16:creationId xmlns:a16="http://schemas.microsoft.com/office/drawing/2014/main" id="{285FAE38-9CB5-F365-AAFF-0AA56FDBEFCF}"/>
                </a:ext>
              </a:extLst>
            </p:cNvPr>
            <p:cNvSpPr txBox="1"/>
            <p:nvPr/>
          </p:nvSpPr>
          <p:spPr>
            <a:xfrm>
              <a:off x="8606727" y="3764369"/>
              <a:ext cx="3461999" cy="74892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vert="horz" wrap="square" lIns="0" tIns="50800" rIns="118533" bIns="50800" rtlCol="0">
              <a:spAutoFit/>
            </a:bodyPr>
            <a:lstStyle/>
            <a:p>
              <a:pPr marL="285750" indent="-285750">
                <a:buClr>
                  <a:srgbClr val="0ED8B8"/>
                </a:buClr>
                <a:buSzPts val="1400"/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A control can contain one or more comparison clauses linked via a logic operator</a:t>
              </a:r>
            </a:p>
          </p:txBody>
        </p:sp>
      </p:grpSp>
      <p:sp>
        <p:nvSpPr>
          <p:cNvPr id="3" name="Titre 1__text_title__s1">
            <a:extLst>
              <a:ext uri="{FF2B5EF4-FFF2-40B4-BE49-F238E27FC236}">
                <a16:creationId xmlns:a16="http://schemas.microsoft.com/office/drawing/2014/main" id="{108C3D9B-AD09-73AC-36B6-5309BF0887A7}"/>
              </a:ext>
            </a:extLst>
          </p:cNvPr>
          <p:cNvSpPr txBox="1">
            <a:spLocks/>
          </p:cNvSpPr>
          <p:nvPr/>
        </p:nvSpPr>
        <p:spPr>
          <a:xfrm>
            <a:off x="169336" y="-6476"/>
            <a:ext cx="9028790" cy="9525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0" tIns="50800" rIns="118533" bIns="50800" rtlCol="0" anchor="ctr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400" b="1" kern="1200" cap="none" baseline="0">
                <a:solidFill>
                  <a:srgbClr val="2B2965"/>
                </a:solidFill>
                <a:latin typeface="+mj-lt"/>
                <a:ea typeface="+mj-ea"/>
                <a:cs typeface="Helvetica"/>
              </a:defRPr>
            </a:lvl1pPr>
          </a:lstStyle>
          <a:p>
            <a:pPr marR="0" lvl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3200"/>
              <a:tabLst/>
              <a:defRPr/>
            </a:pPr>
            <a:r>
              <a:rPr kumimoji="0" lang="en-US" sz="2800" i="0" u="none" strike="noStrike" kern="1200" cap="none" spc="-200" normalizeH="0" baseline="0" noProof="0" dirty="0">
                <a:ln>
                  <a:noFill/>
                </a:ln>
                <a:solidFill>
                  <a:srgbClr val="0ED8B8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Helvetica"/>
              </a:rPr>
              <a:t>Data Model for Data Quality Control</a:t>
            </a:r>
          </a:p>
        </p:txBody>
      </p:sp>
      <p:sp>
        <p:nvSpPr>
          <p:cNvPr id="86" name="slideNumber__text_footer__s1">
            <a:extLst>
              <a:ext uri="{FF2B5EF4-FFF2-40B4-BE49-F238E27FC236}">
                <a16:creationId xmlns:a16="http://schemas.microsoft.com/office/drawing/2014/main" id="{69C1C8EE-3A1B-66CE-420C-E5B84534881E}"/>
              </a:ext>
            </a:extLst>
          </p:cNvPr>
          <p:cNvSpPr txBox="1">
            <a:spLocks/>
          </p:cNvSpPr>
          <p:nvPr/>
        </p:nvSpPr>
        <p:spPr>
          <a:xfrm>
            <a:off x="288605" y="6521885"/>
            <a:ext cx="724744" cy="26499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/>
            <a:fld id="{2ACAC032-C16A-B941-AEF9-9BF179805C4A}" type="slidenum">
              <a:rPr lang="fr-FR" sz="1067">
                <a:solidFill>
                  <a:srgbClr val="22211F"/>
                </a:solidFill>
              </a:rPr>
              <a:pPr defTabSz="914377"/>
              <a:t>3</a:t>
            </a:fld>
            <a:endParaRPr lang="fr-FR" sz="1067" dirty="0">
              <a:solidFill>
                <a:srgbClr val="22211F"/>
              </a:solidFill>
            </a:endParaRPr>
          </a:p>
        </p:txBody>
      </p:sp>
      <p:grpSp>
        <p:nvGrpSpPr>
          <p:cNvPr id="171" name="Groupe 170">
            <a:extLst>
              <a:ext uri="{FF2B5EF4-FFF2-40B4-BE49-F238E27FC236}">
                <a16:creationId xmlns:a16="http://schemas.microsoft.com/office/drawing/2014/main" id="{3BE527E8-5588-271D-87AC-0DFEC011F527}"/>
              </a:ext>
            </a:extLst>
          </p:cNvPr>
          <p:cNvGrpSpPr/>
          <p:nvPr/>
        </p:nvGrpSpPr>
        <p:grpSpPr>
          <a:xfrm>
            <a:off x="501543" y="1074682"/>
            <a:ext cx="5236538" cy="4142377"/>
            <a:chOff x="51806" y="1686633"/>
            <a:chExt cx="5236538" cy="4240485"/>
          </a:xfrm>
        </p:grpSpPr>
        <p:sp>
          <p:nvSpPr>
            <p:cNvPr id="160" name="Rectangle 159__shp_bkg__s1">
              <a:extLst>
                <a:ext uri="{FF2B5EF4-FFF2-40B4-BE49-F238E27FC236}">
                  <a16:creationId xmlns:a16="http://schemas.microsoft.com/office/drawing/2014/main" id="{BFC86F16-2241-9A27-BA2B-F45DE45C8EEF}"/>
                </a:ext>
              </a:extLst>
            </p:cNvPr>
            <p:cNvSpPr/>
            <p:nvPr/>
          </p:nvSpPr>
          <p:spPr>
            <a:xfrm>
              <a:off x="1824569" y="1686633"/>
              <a:ext cx="1590532" cy="1484401"/>
            </a:xfrm>
            <a:prstGeom prst="rect">
              <a:avLst/>
            </a:prstGeom>
            <a:solidFill>
              <a:srgbClr val="ECF7F5"/>
            </a:solidFill>
            <a:ln w="10000">
              <a:solidFill>
                <a:srgbClr val="ECF7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buClr>
                  <a:srgbClr val="000000"/>
                </a:buClr>
                <a:buSzPts val="1800"/>
              </a:pPr>
              <a:endParaRPr lang="en-US"/>
            </a:p>
          </p:txBody>
        </p:sp>
        <p:grpSp>
          <p:nvGrpSpPr>
            <p:cNvPr id="169" name="Groupe 168">
              <a:extLst>
                <a:ext uri="{FF2B5EF4-FFF2-40B4-BE49-F238E27FC236}">
                  <a16:creationId xmlns:a16="http://schemas.microsoft.com/office/drawing/2014/main" id="{FEADFC46-3106-4B2B-692A-1AC8FB5B4AA0}"/>
                </a:ext>
              </a:extLst>
            </p:cNvPr>
            <p:cNvGrpSpPr/>
            <p:nvPr/>
          </p:nvGrpSpPr>
          <p:grpSpPr>
            <a:xfrm>
              <a:off x="51806" y="1840485"/>
              <a:ext cx="5236538" cy="4086633"/>
              <a:chOff x="51806" y="1840485"/>
              <a:chExt cx="5236538" cy="4086633"/>
            </a:xfrm>
          </p:grpSpPr>
          <p:sp>
            <p:nvSpPr>
              <p:cNvPr id="162" name="Rectangle 159__shp_bkg__s1">
                <a:extLst>
                  <a:ext uri="{FF2B5EF4-FFF2-40B4-BE49-F238E27FC236}">
                    <a16:creationId xmlns:a16="http://schemas.microsoft.com/office/drawing/2014/main" id="{7AC91243-4C60-C8DF-33DF-49D694AED172}"/>
                  </a:ext>
                </a:extLst>
              </p:cNvPr>
              <p:cNvSpPr/>
              <p:nvPr/>
            </p:nvSpPr>
            <p:spPr>
              <a:xfrm>
                <a:off x="1818429" y="3350246"/>
                <a:ext cx="3469915" cy="2576872"/>
              </a:xfrm>
              <a:prstGeom prst="rect">
                <a:avLst/>
              </a:prstGeom>
              <a:solidFill>
                <a:srgbClr val="ECF7F5"/>
              </a:solidFill>
              <a:ln w="10000">
                <a:solidFill>
                  <a:srgbClr val="ECF7F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lang="en-US"/>
              </a:p>
            </p:txBody>
          </p:sp>
          <p:sp>
            <p:nvSpPr>
              <p:cNvPr id="71" name="Rectangle 70__shp_bkg__s1">
                <a:extLst>
                  <a:ext uri="{FF2B5EF4-FFF2-40B4-BE49-F238E27FC236}">
                    <a16:creationId xmlns:a16="http://schemas.microsoft.com/office/drawing/2014/main" id="{7142C0AE-E065-0552-F50E-F88FDC363AB1}"/>
                  </a:ext>
                </a:extLst>
              </p:cNvPr>
              <p:cNvSpPr/>
              <p:nvPr/>
            </p:nvSpPr>
            <p:spPr>
              <a:xfrm>
                <a:off x="51806" y="2706023"/>
                <a:ext cx="1590531" cy="2217369"/>
              </a:xfrm>
              <a:prstGeom prst="rect">
                <a:avLst/>
              </a:prstGeom>
              <a:solidFill>
                <a:srgbClr val="ECF7F5"/>
              </a:solidFill>
              <a:ln w="10000">
                <a:solidFill>
                  <a:srgbClr val="ECF7F5"/>
                </a:solidFill>
              </a:ln>
              <a:effectLst>
                <a:outerShdw blurRad="50800" dist="38100" dir="5400000" rotWithShape="0">
                  <a:srgbClr val="000000">
                    <a:alpha val="3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lang="en-US"/>
              </a:p>
            </p:txBody>
          </p:sp>
          <p:grpSp>
            <p:nvGrpSpPr>
              <p:cNvPr id="132" name="Groupe 131">
                <a:extLst>
                  <a:ext uri="{FF2B5EF4-FFF2-40B4-BE49-F238E27FC236}">
                    <a16:creationId xmlns:a16="http://schemas.microsoft.com/office/drawing/2014/main" id="{B846071B-2081-4E47-492F-7828450E824C}"/>
                  </a:ext>
                </a:extLst>
              </p:cNvPr>
              <p:cNvGrpSpPr/>
              <p:nvPr/>
            </p:nvGrpSpPr>
            <p:grpSpPr>
              <a:xfrm>
                <a:off x="99693" y="2815763"/>
                <a:ext cx="1472224" cy="1364002"/>
                <a:chOff x="108929" y="2400130"/>
                <a:chExt cx="1472224" cy="1364002"/>
              </a:xfrm>
            </p:grpSpPr>
            <p:sp>
              <p:nvSpPr>
                <p:cNvPr id="17" name="Organigramme : Procédé 16">
                  <a:extLst>
                    <a:ext uri="{FF2B5EF4-FFF2-40B4-BE49-F238E27FC236}">
                      <a16:creationId xmlns:a16="http://schemas.microsoft.com/office/drawing/2014/main" id="{947D56B8-3B43-A5F9-72EF-5BD8465E2FC8}"/>
                    </a:ext>
                  </a:extLst>
                </p:cNvPr>
                <p:cNvSpPr/>
                <p:nvPr/>
              </p:nvSpPr>
              <p:spPr>
                <a:xfrm>
                  <a:off x="108929" y="2567344"/>
                  <a:ext cx="1472224" cy="1196788"/>
                </a:xfrm>
                <a:prstGeom prst="flowChartProcess">
                  <a:avLst/>
                </a:prstGeom>
                <a:solidFill>
                  <a:srgbClr val="D1F1E8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fr-FR" sz="1000">
                      <a:solidFill>
                        <a:schemeClr val="tx1"/>
                      </a:solidFill>
                    </a:rPr>
                    <a:t>Trigger </a:t>
                  </a:r>
                </a:p>
                <a:p>
                  <a:pPr algn="ctr"/>
                  <a:r>
                    <a:rPr lang="en-US" sz="1000">
                      <a:solidFill>
                        <a:schemeClr val="tx1"/>
                      </a:solidFill>
                    </a:rPr>
                    <a:t>Applicability</a:t>
                  </a:r>
                </a:p>
                <a:p>
                  <a:pPr algn="ctr"/>
                  <a:r>
                    <a:rPr lang="en-US" sz="1000">
                      <a:solidFill>
                        <a:schemeClr val="tx1"/>
                      </a:solidFill>
                    </a:rPr>
                    <a:t>Filetering</a:t>
                  </a:r>
                  <a:r>
                    <a:rPr lang="fr-FR" sz="1000">
                      <a:solidFill>
                        <a:schemeClr val="tx1"/>
                      </a:solidFill>
                    </a:rPr>
                    <a:t> condition </a:t>
                  </a:r>
                </a:p>
                <a:p>
                  <a:pPr algn="ctr"/>
                  <a:r>
                    <a:rPr lang="fr-FR" sz="1000" b="1">
                      <a:solidFill>
                        <a:schemeClr val="tx1"/>
                      </a:solidFill>
                    </a:rPr>
                    <a:t>Data Control</a:t>
                  </a:r>
                </a:p>
              </p:txBody>
            </p:sp>
            <p:sp>
              <p:nvSpPr>
                <p:cNvPr id="18" name="Organigramme : Procédé 17">
                  <a:extLst>
                    <a:ext uri="{FF2B5EF4-FFF2-40B4-BE49-F238E27FC236}">
                      <a16:creationId xmlns:a16="http://schemas.microsoft.com/office/drawing/2014/main" id="{725730E7-CB9C-13FD-B443-AA4DD7731FA4}"/>
                    </a:ext>
                  </a:extLst>
                </p:cNvPr>
                <p:cNvSpPr/>
                <p:nvPr/>
              </p:nvSpPr>
              <p:spPr>
                <a:xfrm>
                  <a:off x="108929" y="2400130"/>
                  <a:ext cx="1472224" cy="409262"/>
                </a:xfrm>
                <a:prstGeom prst="flowChartProcess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r>
                    <a:rPr lang="en-US" sz="1000" b="1" i="0"/>
                    <a:t>MxControlExecutionRule</a:t>
                  </a:r>
                  <a:endParaRPr lang="en-US" sz="500" b="1"/>
                </a:p>
              </p:txBody>
            </p:sp>
          </p:grpSp>
          <p:grpSp>
            <p:nvGrpSpPr>
              <p:cNvPr id="133" name="Groupe 132">
                <a:extLst>
                  <a:ext uri="{FF2B5EF4-FFF2-40B4-BE49-F238E27FC236}">
                    <a16:creationId xmlns:a16="http://schemas.microsoft.com/office/drawing/2014/main" id="{FC5986B6-91FF-B637-5D98-9C3A9E04D961}"/>
                  </a:ext>
                </a:extLst>
              </p:cNvPr>
              <p:cNvGrpSpPr/>
              <p:nvPr/>
            </p:nvGrpSpPr>
            <p:grpSpPr>
              <a:xfrm>
                <a:off x="1895516" y="1840485"/>
                <a:ext cx="1472226" cy="975278"/>
                <a:chOff x="1840100" y="1603301"/>
                <a:chExt cx="1290919" cy="1228860"/>
              </a:xfrm>
            </p:grpSpPr>
            <p:sp>
              <p:nvSpPr>
                <p:cNvPr id="21" name="Organigramme : Procédé 20">
                  <a:extLst>
                    <a:ext uri="{FF2B5EF4-FFF2-40B4-BE49-F238E27FC236}">
                      <a16:creationId xmlns:a16="http://schemas.microsoft.com/office/drawing/2014/main" id="{244D8DC8-ED4C-5F65-48D2-37AA1DD07755}"/>
                    </a:ext>
                  </a:extLst>
                </p:cNvPr>
                <p:cNvSpPr/>
                <p:nvPr/>
              </p:nvSpPr>
              <p:spPr>
                <a:xfrm>
                  <a:off x="1840101" y="2012563"/>
                  <a:ext cx="1290918" cy="819598"/>
                </a:xfrm>
                <a:prstGeom prst="flowChartProcess">
                  <a:avLst/>
                </a:prstGeom>
                <a:solidFill>
                  <a:srgbClr val="D1F1E8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1000" dirty="0" err="1">
                      <a:solidFill>
                        <a:schemeClr val="tx1"/>
                      </a:solidFill>
                    </a:rPr>
                    <a:t>Effect</a:t>
                  </a:r>
                  <a:r>
                    <a:rPr lang="fr-FR" sz="1000" dirty="0">
                      <a:solidFill>
                        <a:schemeClr val="tx1"/>
                      </a:solidFill>
                    </a:rPr>
                    <a:t> type</a:t>
                  </a:r>
                </a:p>
                <a:p>
                  <a:pPr algn="ctr"/>
                  <a:r>
                    <a:rPr lang="fr-FR" sz="1000" b="1" dirty="0">
                      <a:solidFill>
                        <a:schemeClr val="tx1"/>
                      </a:solidFill>
                    </a:rPr>
                    <a:t>Control </a:t>
                  </a:r>
                  <a:r>
                    <a:rPr lang="en-US" sz="1000" b="1" dirty="0">
                      <a:solidFill>
                        <a:schemeClr val="tx1"/>
                      </a:solidFill>
                    </a:rPr>
                    <a:t>Execution</a:t>
                  </a:r>
                  <a:r>
                    <a:rPr lang="fr-FR" sz="1000" b="1" dirty="0">
                      <a:solidFill>
                        <a:schemeClr val="tx1"/>
                      </a:solidFill>
                    </a:rPr>
                    <a:t> Rule</a:t>
                  </a:r>
                </a:p>
              </p:txBody>
            </p:sp>
            <p:sp>
              <p:nvSpPr>
                <p:cNvPr id="22" name="Organigramme : Procédé 21">
                  <a:extLst>
                    <a:ext uri="{FF2B5EF4-FFF2-40B4-BE49-F238E27FC236}">
                      <a16:creationId xmlns:a16="http://schemas.microsoft.com/office/drawing/2014/main" id="{B6BC7BD0-EC51-6380-5ABB-E6245880A598}"/>
                    </a:ext>
                  </a:extLst>
                </p:cNvPr>
                <p:cNvSpPr/>
                <p:nvPr/>
              </p:nvSpPr>
              <p:spPr>
                <a:xfrm>
                  <a:off x="1840100" y="1603301"/>
                  <a:ext cx="1290918" cy="409263"/>
                </a:xfrm>
                <a:prstGeom prst="flowChartProcess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000" b="1"/>
                    <a:t>MxDataControlEffect</a:t>
                  </a:r>
                </a:p>
              </p:txBody>
            </p:sp>
          </p:grpSp>
          <p:grpSp>
            <p:nvGrpSpPr>
              <p:cNvPr id="141" name="Groupe 140">
                <a:extLst>
                  <a:ext uri="{FF2B5EF4-FFF2-40B4-BE49-F238E27FC236}">
                    <a16:creationId xmlns:a16="http://schemas.microsoft.com/office/drawing/2014/main" id="{6736894B-CCDF-6950-5204-E2447DB2C6F3}"/>
                  </a:ext>
                </a:extLst>
              </p:cNvPr>
              <p:cNvGrpSpPr/>
              <p:nvPr/>
            </p:nvGrpSpPr>
            <p:grpSpPr>
              <a:xfrm>
                <a:off x="1895517" y="3509461"/>
                <a:ext cx="1422179" cy="1228850"/>
                <a:chOff x="1840101" y="3509461"/>
                <a:chExt cx="1290918" cy="1228850"/>
              </a:xfrm>
            </p:grpSpPr>
            <p:sp>
              <p:nvSpPr>
                <p:cNvPr id="23" name="Organigramme : Procédé 22">
                  <a:extLst>
                    <a:ext uri="{FF2B5EF4-FFF2-40B4-BE49-F238E27FC236}">
                      <a16:creationId xmlns:a16="http://schemas.microsoft.com/office/drawing/2014/main" id="{42981473-0172-C00E-ABF0-10789109739B}"/>
                    </a:ext>
                  </a:extLst>
                </p:cNvPr>
                <p:cNvSpPr/>
                <p:nvPr/>
              </p:nvSpPr>
              <p:spPr>
                <a:xfrm>
                  <a:off x="1840101" y="3918713"/>
                  <a:ext cx="1290918" cy="819598"/>
                </a:xfrm>
                <a:prstGeom prst="flowChartProcess">
                  <a:avLst/>
                </a:prstGeom>
                <a:solidFill>
                  <a:srgbClr val="D1F1E8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1000" dirty="0">
                      <a:solidFill>
                        <a:schemeClr val="tx1"/>
                      </a:solidFill>
                    </a:rPr>
                    <a:t>Identification</a:t>
                  </a:r>
                </a:p>
                <a:p>
                  <a:pPr algn="ctr"/>
                  <a:r>
                    <a:rPr lang="fr-FR" sz="1000" b="1" dirty="0">
                      <a:solidFill>
                        <a:schemeClr val="tx1"/>
                      </a:solidFill>
                    </a:rPr>
                    <a:t>Data Control Clause</a:t>
                  </a:r>
                </a:p>
              </p:txBody>
            </p:sp>
            <p:sp>
              <p:nvSpPr>
                <p:cNvPr id="24" name="Organigramme : Procédé 23">
                  <a:extLst>
                    <a:ext uri="{FF2B5EF4-FFF2-40B4-BE49-F238E27FC236}">
                      <a16:creationId xmlns:a16="http://schemas.microsoft.com/office/drawing/2014/main" id="{9534CC96-4FBE-3881-E5D0-BE760E3DE290}"/>
                    </a:ext>
                  </a:extLst>
                </p:cNvPr>
                <p:cNvSpPr/>
                <p:nvPr/>
              </p:nvSpPr>
              <p:spPr>
                <a:xfrm>
                  <a:off x="1840101" y="3509461"/>
                  <a:ext cx="1290918" cy="409263"/>
                </a:xfrm>
                <a:prstGeom prst="flowChartProcess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000" b="1"/>
                    <a:t>MxDataControl</a:t>
                  </a:r>
                </a:p>
              </p:txBody>
            </p:sp>
          </p:grpSp>
          <p:cxnSp>
            <p:nvCxnSpPr>
              <p:cNvPr id="28" name="Connecteur : en angle 27">
                <a:extLst>
                  <a:ext uri="{FF2B5EF4-FFF2-40B4-BE49-F238E27FC236}">
                    <a16:creationId xmlns:a16="http://schemas.microsoft.com/office/drawing/2014/main" id="{99B2A05C-7F74-FFA7-E281-D9C28A87FD0D}"/>
                  </a:ext>
                </a:extLst>
              </p:cNvPr>
              <p:cNvCxnSpPr>
                <a:cxnSpLocks/>
                <a:endCxn id="23" idx="1"/>
              </p:cNvCxnSpPr>
              <p:nvPr/>
            </p:nvCxnSpPr>
            <p:spPr>
              <a:xfrm rot="16200000" flipH="1">
                <a:off x="1432273" y="3865267"/>
                <a:ext cx="764199" cy="162289"/>
              </a:xfrm>
              <a:prstGeom prst="bentConnector2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eur : en angle 28">
                <a:extLst>
                  <a:ext uri="{FF2B5EF4-FFF2-40B4-BE49-F238E27FC236}">
                    <a16:creationId xmlns:a16="http://schemas.microsoft.com/office/drawing/2014/main" id="{2A98F6B8-0958-EDB8-5881-16E2CD78440A}"/>
                  </a:ext>
                </a:extLst>
              </p:cNvPr>
              <p:cNvCxnSpPr>
                <a:cxnSpLocks/>
                <a:stCxn id="17" idx="3"/>
                <a:endCxn id="21" idx="1"/>
              </p:cNvCxnSpPr>
              <p:nvPr/>
            </p:nvCxnSpPr>
            <p:spPr>
              <a:xfrm flipV="1">
                <a:off x="1571917" y="2490529"/>
                <a:ext cx="323600" cy="1090842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3" name="Groupe 142">
                <a:extLst>
                  <a:ext uri="{FF2B5EF4-FFF2-40B4-BE49-F238E27FC236}">
                    <a16:creationId xmlns:a16="http://schemas.microsoft.com/office/drawing/2014/main" id="{C54D9816-9D4B-459E-1A5F-037C456C31F7}"/>
                  </a:ext>
                </a:extLst>
              </p:cNvPr>
              <p:cNvGrpSpPr/>
              <p:nvPr/>
            </p:nvGrpSpPr>
            <p:grpSpPr>
              <a:xfrm>
                <a:off x="1895164" y="4956352"/>
                <a:ext cx="1422527" cy="823351"/>
                <a:chOff x="1839748" y="4956352"/>
                <a:chExt cx="1422527" cy="823351"/>
              </a:xfrm>
            </p:grpSpPr>
            <p:sp>
              <p:nvSpPr>
                <p:cNvPr id="32" name="Organigramme : Procédé 31">
                  <a:extLst>
                    <a:ext uri="{FF2B5EF4-FFF2-40B4-BE49-F238E27FC236}">
                      <a16:creationId xmlns:a16="http://schemas.microsoft.com/office/drawing/2014/main" id="{A7112220-52E7-3AC9-80FE-50C4C5D3D7B4}"/>
                    </a:ext>
                  </a:extLst>
                </p:cNvPr>
                <p:cNvSpPr/>
                <p:nvPr/>
              </p:nvSpPr>
              <p:spPr>
                <a:xfrm>
                  <a:off x="1839748" y="5358937"/>
                  <a:ext cx="1422179" cy="420766"/>
                </a:xfrm>
                <a:prstGeom prst="flowChartProcess">
                  <a:avLst/>
                </a:prstGeom>
                <a:solidFill>
                  <a:srgbClr val="D1F1E8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000">
                      <a:solidFill>
                        <a:schemeClr val="tx1"/>
                      </a:solidFill>
                    </a:rPr>
                    <a:t>Decision Tree</a:t>
                  </a:r>
                </a:p>
              </p:txBody>
            </p:sp>
            <p:sp>
              <p:nvSpPr>
                <p:cNvPr id="33" name="Organigramme : Procédé 32">
                  <a:extLst>
                    <a:ext uri="{FF2B5EF4-FFF2-40B4-BE49-F238E27FC236}">
                      <a16:creationId xmlns:a16="http://schemas.microsoft.com/office/drawing/2014/main" id="{2FFC07AC-54EE-71BA-C1EB-1C6F2AB3AB97}"/>
                    </a:ext>
                  </a:extLst>
                </p:cNvPr>
                <p:cNvSpPr/>
                <p:nvPr/>
              </p:nvSpPr>
              <p:spPr>
                <a:xfrm>
                  <a:off x="1840100" y="4956352"/>
                  <a:ext cx="1422175" cy="409262"/>
                </a:xfrm>
                <a:prstGeom prst="flowChartProcess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 err="1"/>
                    <a:t>MxDataControlSet</a:t>
                  </a:r>
                  <a:endParaRPr lang="en-US" sz="1000" b="1" dirty="0"/>
                </a:p>
                <a:p>
                  <a:pPr algn="ctr"/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43" name="Connecteur droit avec flèche 42">
                <a:extLst>
                  <a:ext uri="{FF2B5EF4-FFF2-40B4-BE49-F238E27FC236}">
                    <a16:creationId xmlns:a16="http://schemas.microsoft.com/office/drawing/2014/main" id="{9647D8C8-8FC8-4EC2-9AFC-B33F0A919DF8}"/>
                  </a:ext>
                </a:extLst>
              </p:cNvPr>
              <p:cNvCxnSpPr>
                <a:cxnSpLocks/>
                <a:stCxn id="23" idx="2"/>
                <a:endCxn id="33" idx="0"/>
              </p:cNvCxnSpPr>
              <p:nvPr/>
            </p:nvCxnSpPr>
            <p:spPr>
              <a:xfrm flipH="1">
                <a:off x="2606604" y="4738320"/>
                <a:ext cx="3" cy="218034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necteur droit avec flèche 44">
                <a:extLst>
                  <a:ext uri="{FF2B5EF4-FFF2-40B4-BE49-F238E27FC236}">
                    <a16:creationId xmlns:a16="http://schemas.microsoft.com/office/drawing/2014/main" id="{1D9147AF-3ABB-696A-72EC-3C1136E91235}"/>
                  </a:ext>
                </a:extLst>
              </p:cNvPr>
              <p:cNvCxnSpPr>
                <a:cxnSpLocks/>
                <a:stCxn id="23" idx="3"/>
                <a:endCxn id="46" idx="1"/>
              </p:cNvCxnSpPr>
              <p:nvPr/>
            </p:nvCxnSpPr>
            <p:spPr>
              <a:xfrm>
                <a:off x="3317696" y="4328513"/>
                <a:ext cx="240402" cy="474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6" name="Groupe 145">
                <a:extLst>
                  <a:ext uri="{FF2B5EF4-FFF2-40B4-BE49-F238E27FC236}">
                    <a16:creationId xmlns:a16="http://schemas.microsoft.com/office/drawing/2014/main" id="{BDAA8DF9-DE11-C4EB-3796-244F302B24F3}"/>
                  </a:ext>
                </a:extLst>
              </p:cNvPr>
              <p:cNvGrpSpPr/>
              <p:nvPr/>
            </p:nvGrpSpPr>
            <p:grpSpPr>
              <a:xfrm>
                <a:off x="3558098" y="3514201"/>
                <a:ext cx="1580963" cy="1228850"/>
                <a:chOff x="3370933" y="3509461"/>
                <a:chExt cx="1348348" cy="1228850"/>
              </a:xfrm>
            </p:grpSpPr>
            <p:sp>
              <p:nvSpPr>
                <p:cNvPr id="46" name="Organigramme : Procédé 45">
                  <a:extLst>
                    <a:ext uri="{FF2B5EF4-FFF2-40B4-BE49-F238E27FC236}">
                      <a16:creationId xmlns:a16="http://schemas.microsoft.com/office/drawing/2014/main" id="{A8FB4234-59DA-7548-CB7B-4B0C9047232C}"/>
                    </a:ext>
                  </a:extLst>
                </p:cNvPr>
                <p:cNvSpPr/>
                <p:nvPr/>
              </p:nvSpPr>
              <p:spPr>
                <a:xfrm>
                  <a:off x="3370933" y="3918713"/>
                  <a:ext cx="1348348" cy="819598"/>
                </a:xfrm>
                <a:prstGeom prst="flowChartProcess">
                  <a:avLst/>
                </a:prstGeom>
                <a:solidFill>
                  <a:srgbClr val="D1F1E8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1000" dirty="0">
                      <a:solidFill>
                        <a:schemeClr val="tx1"/>
                      </a:solidFill>
                    </a:rPr>
                    <a:t>Data Source</a:t>
                  </a:r>
                </a:p>
                <a:p>
                  <a:pPr algn="ctr"/>
                  <a:r>
                    <a:rPr lang="fr-FR" sz="1000" b="1" dirty="0">
                      <a:solidFill>
                        <a:schemeClr val="tx1"/>
                      </a:solidFill>
                    </a:rPr>
                    <a:t>Control type</a:t>
                  </a:r>
                </a:p>
              </p:txBody>
            </p:sp>
            <p:sp>
              <p:nvSpPr>
                <p:cNvPr id="47" name="Organigramme : Procédé 46">
                  <a:extLst>
                    <a:ext uri="{FF2B5EF4-FFF2-40B4-BE49-F238E27FC236}">
                      <a16:creationId xmlns:a16="http://schemas.microsoft.com/office/drawing/2014/main" id="{8F16E688-8FCD-5740-5305-0F8B5AFEA336}"/>
                    </a:ext>
                  </a:extLst>
                </p:cNvPr>
                <p:cNvSpPr/>
                <p:nvPr/>
              </p:nvSpPr>
              <p:spPr>
                <a:xfrm>
                  <a:off x="3370933" y="3509461"/>
                  <a:ext cx="1348348" cy="409263"/>
                </a:xfrm>
                <a:prstGeom prst="flowChartProcess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/>
                  <a:r>
                    <a:rPr lang="en-US" sz="1000" b="1" dirty="0" err="1"/>
                    <a:t>MxDataControlClause</a:t>
                  </a:r>
                  <a:endParaRPr lang="en-US" sz="1000" b="1" dirty="0"/>
                </a:p>
              </p:txBody>
            </p:sp>
          </p:grpSp>
          <p:sp>
            <p:nvSpPr>
              <p:cNvPr id="72" name="TextBox 13__text_h1__s1">
                <a:extLst>
                  <a:ext uri="{FF2B5EF4-FFF2-40B4-BE49-F238E27FC236}">
                    <a16:creationId xmlns:a16="http://schemas.microsoft.com/office/drawing/2014/main" id="{4DA941BB-C4E3-6443-9449-D9FDF78E3CE9}"/>
                  </a:ext>
                </a:extLst>
              </p:cNvPr>
              <p:cNvSpPr txBox="1"/>
              <p:nvPr/>
            </p:nvSpPr>
            <p:spPr>
              <a:xfrm>
                <a:off x="3591599" y="5491636"/>
                <a:ext cx="1607972" cy="31803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</p:spPr>
            <p:txBody>
              <a:bodyPr vert="horz" wrap="square" lIns="0" tIns="50800" rIns="118533" bIns="50800" rtlCol="0">
                <a:spAutoFit/>
              </a:bodyPr>
              <a:lstStyle/>
              <a:p>
                <a:pPr>
                  <a:buClr>
                    <a:srgbClr val="000000"/>
                  </a:buClr>
                  <a:buSzPts val="2400"/>
                </a:pPr>
                <a:r>
                  <a: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Control </a:t>
                </a:r>
                <a:r>
                  <a:rPr lang="en-US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Definition</a:t>
                </a:r>
                <a:r>
                  <a: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 </a:t>
                </a:r>
              </a:p>
            </p:txBody>
          </p:sp>
          <p:sp>
            <p:nvSpPr>
              <p:cNvPr id="158" name="TextBox 13__text_h1__s1">
                <a:extLst>
                  <a:ext uri="{FF2B5EF4-FFF2-40B4-BE49-F238E27FC236}">
                    <a16:creationId xmlns:a16="http://schemas.microsoft.com/office/drawing/2014/main" id="{C24E3AAF-4CD7-3D24-2AD8-13B27A13BB2D}"/>
                  </a:ext>
                </a:extLst>
              </p:cNvPr>
              <p:cNvSpPr txBox="1"/>
              <p:nvPr/>
            </p:nvSpPr>
            <p:spPr>
              <a:xfrm>
                <a:off x="122225" y="4372135"/>
                <a:ext cx="1607972" cy="533479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</p:spPr>
            <p:txBody>
              <a:bodyPr vert="horz" wrap="square" lIns="0" tIns="50800" rIns="118533" bIns="50800" rtlCol="0">
                <a:spAutoFit/>
              </a:bodyPr>
              <a:lstStyle/>
              <a:p>
                <a:pPr>
                  <a:buClr>
                    <a:srgbClr val="000000"/>
                  </a:buClr>
                  <a:buSzPts val="2400"/>
                </a:pPr>
                <a:r>
                  <a:rPr lang="en-US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Execution</a:t>
                </a:r>
                <a:r>
                  <a: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 </a:t>
                </a:r>
                <a:r>
                  <a:rPr lang="en-US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Context</a:t>
                </a:r>
              </a:p>
            </p:txBody>
          </p:sp>
          <p:sp>
            <p:nvSpPr>
              <p:cNvPr id="161" name="TextBox 13__text_h1__s1">
                <a:extLst>
                  <a:ext uri="{FF2B5EF4-FFF2-40B4-BE49-F238E27FC236}">
                    <a16:creationId xmlns:a16="http://schemas.microsoft.com/office/drawing/2014/main" id="{AA81E628-2800-9647-9D26-8A9A9DF47962}"/>
                  </a:ext>
                </a:extLst>
              </p:cNvPr>
              <p:cNvSpPr txBox="1"/>
              <p:nvPr/>
            </p:nvSpPr>
            <p:spPr>
              <a:xfrm>
                <a:off x="2215581" y="2845027"/>
                <a:ext cx="1607972" cy="32556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</p:spPr>
            <p:txBody>
              <a:bodyPr vert="horz" wrap="square" lIns="0" tIns="50800" rIns="118533" bIns="50800" rtlCol="0">
                <a:spAutoFit/>
              </a:bodyPr>
              <a:lstStyle/>
              <a:p>
                <a:pPr>
                  <a:buClr>
                    <a:srgbClr val="000000"/>
                  </a:buClr>
                  <a:buSzPts val="2400"/>
                </a:pPr>
                <a:r>
                  <a:rPr lang="fr-FR" sz="1400" b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Control </a:t>
                </a:r>
                <a:r>
                  <a:rPr lang="fr-FR" sz="1400" b="1" dirty="0" err="1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Effect</a:t>
                </a:r>
                <a:endParaRPr lang="fr-FR" sz="1400" b="1" dirty="0">
                  <a:solidFill>
                    <a:schemeClr val="tx2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173" name="Groupe 172">
            <a:extLst>
              <a:ext uri="{FF2B5EF4-FFF2-40B4-BE49-F238E27FC236}">
                <a16:creationId xmlns:a16="http://schemas.microsoft.com/office/drawing/2014/main" id="{B566067D-78A4-7B12-03AC-9AEADEF611D2}"/>
              </a:ext>
            </a:extLst>
          </p:cNvPr>
          <p:cNvGrpSpPr/>
          <p:nvPr/>
        </p:nvGrpSpPr>
        <p:grpSpPr>
          <a:xfrm>
            <a:off x="7051124" y="1004063"/>
            <a:ext cx="3967937" cy="5714187"/>
            <a:chOff x="8172258" y="960991"/>
            <a:chExt cx="3967937" cy="5714187"/>
          </a:xfrm>
        </p:grpSpPr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04D85FEE-EBF0-5764-66FD-E51E4081E6FE}"/>
                </a:ext>
              </a:extLst>
            </p:cNvPr>
            <p:cNvCxnSpPr>
              <a:cxnSpLocks/>
            </p:cNvCxnSpPr>
            <p:nvPr/>
          </p:nvCxnSpPr>
          <p:spPr>
            <a:xfrm>
              <a:off x="8172258" y="1074682"/>
              <a:ext cx="0" cy="560049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33__text_ul__s1">
              <a:extLst>
                <a:ext uri="{FF2B5EF4-FFF2-40B4-BE49-F238E27FC236}">
                  <a16:creationId xmlns:a16="http://schemas.microsoft.com/office/drawing/2014/main" id="{1EE2153E-E401-4459-3368-BF6F756DD643}"/>
                </a:ext>
              </a:extLst>
            </p:cNvPr>
            <p:cNvSpPr txBox="1"/>
            <p:nvPr/>
          </p:nvSpPr>
          <p:spPr>
            <a:xfrm>
              <a:off x="8627347" y="1699246"/>
              <a:ext cx="3241380" cy="533479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vert="horz" wrap="square" lIns="0" tIns="50800" rIns="118533" bIns="50800" rtlCol="0">
              <a:spAutoFit/>
            </a:bodyPr>
            <a:lstStyle/>
            <a:p>
              <a:pPr marL="285750" indent="-285750">
                <a:buClr>
                  <a:srgbClr val="0ED8B8"/>
                </a:buClr>
                <a:buSzPts val="1400"/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This class </a:t>
              </a:r>
              <a:r>
                <a:rPr lang="en-US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is</a:t>
              </a:r>
              <a:r>
                <a:rPr lang="fr-FR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used</a:t>
              </a:r>
              <a:r>
                <a:rPr lang="fr-FR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 to </a:t>
              </a:r>
              <a:r>
                <a:rPr lang="en-US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build</a:t>
              </a:r>
              <a:r>
                <a:rPr lang="fr-FR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1400" dirty="0">
                  <a:solidFill>
                    <a:srgbClr val="393834"/>
                  </a:solidFill>
                  <a:latin typeface="Century Gothic" panose="020B0502020202020204" pitchFamily="34" charset="0"/>
                </a:rPr>
                <a:t>each part of the comparison clause</a:t>
              </a:r>
            </a:p>
          </p:txBody>
        </p:sp>
        <p:sp>
          <p:nvSpPr>
            <p:cNvPr id="15" name="TextBox 13__text_h2__s1">
              <a:extLst>
                <a:ext uri="{FF2B5EF4-FFF2-40B4-BE49-F238E27FC236}">
                  <a16:creationId xmlns:a16="http://schemas.microsoft.com/office/drawing/2014/main" id="{291237DA-73EA-65F0-D856-12F81F14729E}"/>
                </a:ext>
              </a:extLst>
            </p:cNvPr>
            <p:cNvSpPr txBox="1"/>
            <p:nvPr/>
          </p:nvSpPr>
          <p:spPr>
            <a:xfrm>
              <a:off x="8706746" y="960991"/>
              <a:ext cx="3053415" cy="656590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vert="horz" wrap="square" lIns="0" tIns="50800" rIns="118533" bIns="50800" rtlCol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fr-FR" dirty="0">
                  <a:solidFill>
                    <a:srgbClr val="0ED8B8"/>
                  </a:solidFill>
                  <a:latin typeface="Century Gothic" panose="020B0502020202020204" pitchFamily="34" charset="0"/>
                </a:rPr>
                <a:t>Focus on </a:t>
              </a:r>
              <a:r>
                <a:rPr lang="fr-FR" dirty="0" err="1">
                  <a:solidFill>
                    <a:srgbClr val="0ED8B8"/>
                  </a:solidFill>
                  <a:latin typeface="Century Gothic" panose="020B0502020202020204" pitchFamily="34" charset="0"/>
                </a:rPr>
                <a:t>MXDataControlClause</a:t>
              </a:r>
              <a:r>
                <a:rPr lang="fr-FR" dirty="0">
                  <a:solidFill>
                    <a:srgbClr val="0ED8B8"/>
                  </a:solidFill>
                  <a:latin typeface="Century Gothic" panose="020B0502020202020204" pitchFamily="34" charset="0"/>
                </a:rPr>
                <a:t>  </a:t>
              </a:r>
            </a:p>
          </p:txBody>
        </p:sp>
        <p:grpSp>
          <p:nvGrpSpPr>
            <p:cNvPr id="170" name="Groupe 169">
              <a:extLst>
                <a:ext uri="{FF2B5EF4-FFF2-40B4-BE49-F238E27FC236}">
                  <a16:creationId xmlns:a16="http://schemas.microsoft.com/office/drawing/2014/main" id="{87C995F0-8007-197F-0A09-12F1037157F6}"/>
                </a:ext>
              </a:extLst>
            </p:cNvPr>
            <p:cNvGrpSpPr/>
            <p:nvPr/>
          </p:nvGrpSpPr>
          <p:grpSpPr>
            <a:xfrm>
              <a:off x="8597647" y="2369957"/>
              <a:ext cx="3542548" cy="1123503"/>
              <a:chOff x="8597647" y="2369957"/>
              <a:chExt cx="3542548" cy="1123503"/>
            </a:xfrm>
          </p:grpSpPr>
          <p:sp>
            <p:nvSpPr>
              <p:cNvPr id="116" name="Rectangle : coins arrondis 115">
                <a:extLst>
                  <a:ext uri="{FF2B5EF4-FFF2-40B4-BE49-F238E27FC236}">
                    <a16:creationId xmlns:a16="http://schemas.microsoft.com/office/drawing/2014/main" id="{345A8ECB-562D-38D1-40DB-0FC8199D96CD}"/>
                  </a:ext>
                </a:extLst>
              </p:cNvPr>
              <p:cNvSpPr/>
              <p:nvPr/>
            </p:nvSpPr>
            <p:spPr>
              <a:xfrm>
                <a:off x="8597647" y="2369957"/>
                <a:ext cx="3542548" cy="1123503"/>
              </a:xfrm>
              <a:prstGeom prst="roundRect">
                <a:avLst/>
              </a:prstGeom>
              <a:noFill/>
              <a:ln>
                <a:solidFill>
                  <a:schemeClr val="tx2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 : coins arrondis 120">
                <a:extLst>
                  <a:ext uri="{FF2B5EF4-FFF2-40B4-BE49-F238E27FC236}">
                    <a16:creationId xmlns:a16="http://schemas.microsoft.com/office/drawing/2014/main" id="{E866608C-E196-8BFF-1655-D6225CEB2AF6}"/>
                  </a:ext>
                </a:extLst>
              </p:cNvPr>
              <p:cNvSpPr/>
              <p:nvPr/>
            </p:nvSpPr>
            <p:spPr>
              <a:xfrm>
                <a:off x="9985273" y="2672602"/>
                <a:ext cx="908087" cy="472635"/>
              </a:xfrm>
              <a:prstGeom prst="roundRect">
                <a:avLst/>
              </a:prstGeom>
              <a:solidFill>
                <a:srgbClr val="D1F1E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>
                    <a:solidFill>
                      <a:schemeClr val="bg1"/>
                    </a:solidFill>
                  </a:rPr>
                  <a:t>Operator</a:t>
                </a:r>
                <a:endParaRPr lang="fr-FR" sz="11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 : coins arrondis 118">
                <a:extLst>
                  <a:ext uri="{FF2B5EF4-FFF2-40B4-BE49-F238E27FC236}">
                    <a16:creationId xmlns:a16="http://schemas.microsoft.com/office/drawing/2014/main" id="{93FC5B30-3DAE-0BDE-6D96-187B14639EC3}"/>
                  </a:ext>
                </a:extLst>
              </p:cNvPr>
              <p:cNvSpPr/>
              <p:nvPr/>
            </p:nvSpPr>
            <p:spPr>
              <a:xfrm>
                <a:off x="8639008" y="2462031"/>
                <a:ext cx="1254269" cy="893776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>
                    <a:solidFill>
                      <a:schemeClr val="bg1"/>
                    </a:solidFill>
                  </a:rPr>
                  <a:t>Assessed</a:t>
                </a:r>
                <a:r>
                  <a:rPr lang="fr-FR" sz="1100" b="1">
                    <a:solidFill>
                      <a:schemeClr val="bg1"/>
                    </a:solidFill>
                  </a:rPr>
                  <a:t> Data</a:t>
                </a:r>
              </a:p>
              <a:p>
                <a:pPr algn="ctr"/>
                <a:r>
                  <a:rPr lang="en-US" sz="1000">
                    <a:solidFill>
                      <a:schemeClr val="bg1"/>
                    </a:solidFill>
                  </a:rPr>
                  <a:t>Data Source </a:t>
                </a:r>
              </a:p>
              <a:p>
                <a:pPr algn="ctr"/>
                <a:r>
                  <a:rPr lang="en-US" sz="1000">
                    <a:solidFill>
                      <a:schemeClr val="bg1"/>
                    </a:solidFill>
                  </a:rPr>
                  <a:t>Control Type </a:t>
                </a:r>
              </a:p>
            </p:txBody>
          </p:sp>
          <p:sp>
            <p:nvSpPr>
              <p:cNvPr id="163" name="Rectangle : coins arrondis 162">
                <a:extLst>
                  <a:ext uri="{FF2B5EF4-FFF2-40B4-BE49-F238E27FC236}">
                    <a16:creationId xmlns:a16="http://schemas.microsoft.com/office/drawing/2014/main" id="{86AD2132-C1BB-9061-AF10-E133CE23248E}"/>
                  </a:ext>
                </a:extLst>
              </p:cNvPr>
              <p:cNvSpPr/>
              <p:nvPr/>
            </p:nvSpPr>
            <p:spPr>
              <a:xfrm>
                <a:off x="10961287" y="2462031"/>
                <a:ext cx="1139251" cy="893776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>
                    <a:solidFill>
                      <a:schemeClr val="bg1"/>
                    </a:solidFill>
                  </a:rPr>
                  <a:t>Target </a:t>
                </a:r>
                <a:r>
                  <a:rPr lang="fr-FR" sz="1100" b="1">
                    <a:solidFill>
                      <a:schemeClr val="bg1"/>
                    </a:solidFill>
                  </a:rPr>
                  <a:t> Data</a:t>
                </a:r>
              </a:p>
              <a:p>
                <a:pPr algn="ctr"/>
                <a:r>
                  <a:rPr lang="en-US" sz="1000">
                    <a:solidFill>
                      <a:schemeClr val="bg1"/>
                    </a:solidFill>
                  </a:rPr>
                  <a:t>Data Source </a:t>
                </a:r>
              </a:p>
              <a:p>
                <a:pPr algn="ctr"/>
                <a:r>
                  <a:rPr lang="en-US" sz="1000">
                    <a:solidFill>
                      <a:schemeClr val="bg1"/>
                    </a:solidFill>
                  </a:rPr>
                  <a:t>Control Type </a:t>
                </a:r>
              </a:p>
            </p:txBody>
          </p:sp>
        </p:grpSp>
      </p:grpSp>
      <p:cxnSp>
        <p:nvCxnSpPr>
          <p:cNvPr id="25" name="Elbow Connector 24"/>
          <p:cNvCxnSpPr>
            <a:endCxn id="89" idx="1"/>
          </p:cNvCxnSpPr>
          <p:nvPr/>
        </p:nvCxnSpPr>
        <p:spPr>
          <a:xfrm rot="16200000" flipH="1">
            <a:off x="1025641" y="4812155"/>
            <a:ext cx="2418272" cy="102644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159__shp_bkg__s1">
            <a:extLst>
              <a:ext uri="{FF2B5EF4-FFF2-40B4-BE49-F238E27FC236}">
                <a16:creationId xmlns:a16="http://schemas.microsoft.com/office/drawing/2014/main" id="{BFC86F16-2241-9A27-BA2B-F45DE45C8EEF}"/>
              </a:ext>
            </a:extLst>
          </p:cNvPr>
          <p:cNvSpPr/>
          <p:nvPr/>
        </p:nvSpPr>
        <p:spPr>
          <a:xfrm>
            <a:off x="2286099" y="5347584"/>
            <a:ext cx="2611904" cy="1450058"/>
          </a:xfrm>
          <a:prstGeom prst="rect">
            <a:avLst/>
          </a:prstGeom>
          <a:solidFill>
            <a:srgbClr val="ECF7F5"/>
          </a:solidFill>
          <a:ln w="10000">
            <a:solidFill>
              <a:srgbClr val="ECF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000000"/>
              </a:buClr>
              <a:buSzPts val="1800"/>
            </a:pPr>
            <a:endParaRPr lang="en-US"/>
          </a:p>
        </p:txBody>
      </p:sp>
      <p:sp>
        <p:nvSpPr>
          <p:cNvPr id="100" name="Organigramme : Procédé 20">
            <a:extLst>
              <a:ext uri="{FF2B5EF4-FFF2-40B4-BE49-F238E27FC236}">
                <a16:creationId xmlns:a16="http://schemas.microsoft.com/office/drawing/2014/main" id="{244D8DC8-ED4C-5F65-48D2-37AA1DD07755}"/>
              </a:ext>
            </a:extLst>
          </p:cNvPr>
          <p:cNvSpPr/>
          <p:nvPr/>
        </p:nvSpPr>
        <p:spPr>
          <a:xfrm>
            <a:off x="2327513" y="5830375"/>
            <a:ext cx="1472225" cy="635420"/>
          </a:xfrm>
          <a:prstGeom prst="flowChartProcess">
            <a:avLst/>
          </a:prstGeom>
          <a:solidFill>
            <a:srgbClr val="D1F1E8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Control </a:t>
            </a:r>
            <a:r>
              <a:rPr lang="fr-FR" sz="1000" dirty="0" err="1">
                <a:solidFill>
                  <a:schemeClr val="tx1"/>
                </a:solidFill>
              </a:rPr>
              <a:t>Result</a:t>
            </a:r>
            <a:r>
              <a:rPr lang="fr-FR" sz="1000" dirty="0">
                <a:solidFill>
                  <a:schemeClr val="tx1"/>
                </a:solidFill>
              </a:rPr>
              <a:t> (</a:t>
            </a:r>
            <a:r>
              <a:rPr lang="fr-FR" sz="1000" dirty="0" err="1">
                <a:solidFill>
                  <a:schemeClr val="tx1"/>
                </a:solidFill>
              </a:rPr>
              <a:t>Pass</a:t>
            </a:r>
            <a:r>
              <a:rPr lang="fr-FR" sz="1000" dirty="0">
                <a:solidFill>
                  <a:schemeClr val="tx1"/>
                </a:solidFill>
              </a:rPr>
              <a:t>/Fail)</a:t>
            </a:r>
          </a:p>
        </p:txBody>
      </p:sp>
      <p:sp>
        <p:nvSpPr>
          <p:cNvPr id="101" name="Organigramme : Procédé 21">
            <a:extLst>
              <a:ext uri="{FF2B5EF4-FFF2-40B4-BE49-F238E27FC236}">
                <a16:creationId xmlns:a16="http://schemas.microsoft.com/office/drawing/2014/main" id="{B6BC7BD0-EC51-6380-5ABB-E6245880A598}"/>
              </a:ext>
            </a:extLst>
          </p:cNvPr>
          <p:cNvSpPr/>
          <p:nvPr/>
        </p:nvSpPr>
        <p:spPr>
          <a:xfrm>
            <a:off x="2327512" y="5513081"/>
            <a:ext cx="1472225" cy="317295"/>
          </a:xfrm>
          <a:prstGeom prst="flowChartProcess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/>
              <a:t>MxControlExecResult</a:t>
            </a:r>
            <a:endParaRPr lang="en-US" sz="1000" b="1" dirty="0"/>
          </a:p>
        </p:txBody>
      </p:sp>
      <p:sp>
        <p:nvSpPr>
          <p:cNvPr id="103" name="TextBox 13__text_h1__s1">
            <a:extLst>
              <a:ext uri="{FF2B5EF4-FFF2-40B4-BE49-F238E27FC236}">
                <a16:creationId xmlns:a16="http://schemas.microsoft.com/office/drawing/2014/main" id="{4DA941BB-C4E3-6443-9449-D9FDF78E3CE9}"/>
              </a:ext>
            </a:extLst>
          </p:cNvPr>
          <p:cNvSpPr txBox="1"/>
          <p:nvPr/>
        </p:nvSpPr>
        <p:spPr>
          <a:xfrm>
            <a:off x="2755982" y="6465509"/>
            <a:ext cx="2244665" cy="31803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50800" rIns="118533" bIns="50800" rtlCol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fr-FR" sz="1400" b="1" dirty="0">
                <a:solidFill>
                  <a:schemeClr val="tx2"/>
                </a:solidFill>
                <a:latin typeface="Century Gothic" panose="020B0502020202020204" pitchFamily="34" charset="0"/>
              </a:rPr>
              <a:t>Control Rule Tracking </a:t>
            </a:r>
          </a:p>
        </p:txBody>
      </p:sp>
    </p:spTree>
    <p:extLst>
      <p:ext uri="{BB962C8B-B14F-4D97-AF65-F5344CB8AC3E}">
        <p14:creationId xmlns:p14="http://schemas.microsoft.com/office/powerpoint/2010/main" val="48740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__text_title__s1">
            <a:extLst>
              <a:ext uri="{FF2B5EF4-FFF2-40B4-BE49-F238E27FC236}">
                <a16:creationId xmlns:a16="http://schemas.microsoft.com/office/drawing/2014/main" id="{7E97F03C-F2EE-D920-93B7-80927451A545}"/>
              </a:ext>
            </a:extLst>
          </p:cNvPr>
          <p:cNvSpPr txBox="1">
            <a:spLocks/>
          </p:cNvSpPr>
          <p:nvPr/>
        </p:nvSpPr>
        <p:spPr>
          <a:xfrm>
            <a:off x="169336" y="0"/>
            <a:ext cx="6502652" cy="9525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0" tIns="50800" rIns="118533" bIns="50800" rtlCol="0" anchor="ctr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400" b="1" kern="1200" cap="none" baseline="0">
                <a:solidFill>
                  <a:srgbClr val="2B2965"/>
                </a:solidFill>
                <a:latin typeface="+mj-lt"/>
                <a:ea typeface="+mj-ea"/>
                <a:cs typeface="Helvetica"/>
              </a:defRPr>
            </a:lvl1pPr>
          </a:lstStyle>
          <a:p>
            <a:pPr marR="0" lvl="0" algn="l" defTabSz="45718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3200"/>
              <a:tabLst/>
              <a:defRPr/>
            </a:pPr>
            <a:r>
              <a:rPr lang="en-US" sz="2800" spc="-200" noProof="0" dirty="0">
                <a:solidFill>
                  <a:srgbClr val="0ED8B8"/>
                </a:solidFill>
                <a:latin typeface="Century Gothic" panose="020B0502020202020204" pitchFamily="34" charset="0"/>
              </a:rPr>
              <a:t>New DQC - Release Content </a:t>
            </a:r>
            <a:endParaRPr kumimoji="0" lang="en-US" sz="2800" i="0" u="none" strike="noStrike" kern="1200" cap="none" spc="-200" normalizeH="0" baseline="0" noProof="0" dirty="0">
              <a:ln>
                <a:noFill/>
              </a:ln>
              <a:solidFill>
                <a:srgbClr val="0ED8B8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Helvetica"/>
            </a:endParaRPr>
          </a:p>
        </p:txBody>
      </p:sp>
      <p:sp>
        <p:nvSpPr>
          <p:cNvPr id="50" name="TextBox 49__text_normal__s1">
            <a:extLst>
              <a:ext uri="{FF2B5EF4-FFF2-40B4-BE49-F238E27FC236}">
                <a16:creationId xmlns:a16="http://schemas.microsoft.com/office/drawing/2014/main" id="{65A669D9-1794-CABE-E16A-4D7BC60B8183}"/>
              </a:ext>
            </a:extLst>
          </p:cNvPr>
          <p:cNvSpPr txBox="1"/>
          <p:nvPr/>
        </p:nvSpPr>
        <p:spPr>
          <a:xfrm>
            <a:off x="5965078" y="7017018"/>
            <a:ext cx="6306886" cy="31803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50800" rIns="118533" bIns="50800" rtlCol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endParaRPr lang="fr-FR" sz="1400">
              <a:solidFill>
                <a:srgbClr val="393834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43" name="Group logo__s1">
            <a:extLst>
              <a:ext uri="{FF2B5EF4-FFF2-40B4-BE49-F238E27FC236}">
                <a16:creationId xmlns:a16="http://schemas.microsoft.com/office/drawing/2014/main" id="{E603B71A-F182-CA7E-7EB0-BC21EC21E4BF}"/>
              </a:ext>
            </a:extLst>
          </p:cNvPr>
          <p:cNvGrpSpPr/>
          <p:nvPr/>
        </p:nvGrpSpPr>
        <p:grpSpPr>
          <a:xfrm>
            <a:off x="10747244" y="6472446"/>
            <a:ext cx="1197084" cy="245804"/>
            <a:chOff x="8025207" y="4891414"/>
            <a:chExt cx="897813" cy="184353"/>
          </a:xfrm>
        </p:grpSpPr>
        <p:sp>
          <p:nvSpPr>
            <p:cNvPr id="144" name="Freeform 5">
              <a:extLst>
                <a:ext uri="{FF2B5EF4-FFF2-40B4-BE49-F238E27FC236}">
                  <a16:creationId xmlns:a16="http://schemas.microsoft.com/office/drawing/2014/main" id="{E7A9B4B4-9AA8-8BD7-27C7-6F61483D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4891414"/>
              <a:ext cx="100809" cy="70177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5" name="Freeform 6">
              <a:extLst>
                <a:ext uri="{FF2B5EF4-FFF2-40B4-BE49-F238E27FC236}">
                  <a16:creationId xmlns:a16="http://schemas.microsoft.com/office/drawing/2014/main" id="{F813F02F-51D7-CC3D-8297-B159556CD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5005590"/>
              <a:ext cx="100809" cy="70177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6" name="Freeform 7">
              <a:extLst>
                <a:ext uri="{FF2B5EF4-FFF2-40B4-BE49-F238E27FC236}">
                  <a16:creationId xmlns:a16="http://schemas.microsoft.com/office/drawing/2014/main" id="{CD5FA4C1-9486-FA2D-6572-294A7962C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826" y="4933186"/>
              <a:ext cx="70176" cy="100809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7" name="Freeform 8__shp_black__s1">
              <a:extLst>
                <a:ext uri="{FF2B5EF4-FFF2-40B4-BE49-F238E27FC236}">
                  <a16:creationId xmlns:a16="http://schemas.microsoft.com/office/drawing/2014/main" id="{38BF3F77-783F-8114-CB02-0D51D4283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207" y="4933186"/>
              <a:ext cx="69620" cy="100809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8" name="Freeform 9__shp_black__s1">
              <a:extLst>
                <a:ext uri="{FF2B5EF4-FFF2-40B4-BE49-F238E27FC236}">
                  <a16:creationId xmlns:a16="http://schemas.microsoft.com/office/drawing/2014/main" id="{AF09FF2A-D0B2-2B77-6EDC-3EC57BFC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8040" y="4920933"/>
              <a:ext cx="110277" cy="122531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9" name="Freeform 10__shp_black__s1">
              <a:extLst>
                <a:ext uri="{FF2B5EF4-FFF2-40B4-BE49-F238E27FC236}">
                  <a16:creationId xmlns:a16="http://schemas.microsoft.com/office/drawing/2014/main" id="{B1EF56E5-E8DC-E996-133D-E8E0648D38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0013" y="4956021"/>
              <a:ext cx="84657" cy="90227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0" name="Freeform 11__shp_black__s1">
              <a:extLst>
                <a:ext uri="{FF2B5EF4-FFF2-40B4-BE49-F238E27FC236}">
                  <a16:creationId xmlns:a16="http://schemas.microsoft.com/office/drawing/2014/main" id="{636BBA86-67A9-A259-270D-84893839A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3025" y="4956021"/>
              <a:ext cx="92455" cy="90227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1" name="Freeform 12__shp_black__s1">
              <a:extLst>
                <a:ext uri="{FF2B5EF4-FFF2-40B4-BE49-F238E27FC236}">
                  <a16:creationId xmlns:a16="http://schemas.microsoft.com/office/drawing/2014/main" id="{A07CCC93-0881-451F-A8AC-3BF01C7D9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2138" y="4920933"/>
              <a:ext cx="113619" cy="122531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2" name="Freeform 13__shp_black__s1">
              <a:extLst>
                <a:ext uri="{FF2B5EF4-FFF2-40B4-BE49-F238E27FC236}">
                  <a16:creationId xmlns:a16="http://schemas.microsoft.com/office/drawing/2014/main" id="{296A8CB2-666F-2ABF-E47D-B679D492AB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0187" y="4956021"/>
              <a:ext cx="89670" cy="90227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3" name="Freeform 14__shp_black__s1">
              <a:extLst>
                <a:ext uri="{FF2B5EF4-FFF2-40B4-BE49-F238E27FC236}">
                  <a16:creationId xmlns:a16="http://schemas.microsoft.com/office/drawing/2014/main" id="{C8DA30B0-8DCB-58B2-8640-8D54EDD9E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895" y="4956021"/>
              <a:ext cx="138125" cy="87442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</p:grpSp>
      <p:grpSp>
        <p:nvGrpSpPr>
          <p:cNvPr id="154" name="Group logo__s1">
            <a:extLst>
              <a:ext uri="{FF2B5EF4-FFF2-40B4-BE49-F238E27FC236}">
                <a16:creationId xmlns:a16="http://schemas.microsoft.com/office/drawing/2014/main" id="{C62A8504-70D3-C136-5E23-D3374A44F9E8}"/>
              </a:ext>
            </a:extLst>
          </p:cNvPr>
          <p:cNvGrpSpPr/>
          <p:nvPr/>
        </p:nvGrpSpPr>
        <p:grpSpPr>
          <a:xfrm>
            <a:off x="10747244" y="6472446"/>
            <a:ext cx="1197084" cy="245804"/>
            <a:chOff x="8025207" y="4891414"/>
            <a:chExt cx="897813" cy="184353"/>
          </a:xfrm>
        </p:grpSpPr>
        <p:sp>
          <p:nvSpPr>
            <p:cNvPr id="155" name="Freeform 5">
              <a:extLst>
                <a:ext uri="{FF2B5EF4-FFF2-40B4-BE49-F238E27FC236}">
                  <a16:creationId xmlns:a16="http://schemas.microsoft.com/office/drawing/2014/main" id="{F30BE61E-0EB7-4CE7-3C54-12EF0D1D1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4891414"/>
              <a:ext cx="100809" cy="70177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6" name="Freeform 6">
              <a:extLst>
                <a:ext uri="{FF2B5EF4-FFF2-40B4-BE49-F238E27FC236}">
                  <a16:creationId xmlns:a16="http://schemas.microsoft.com/office/drawing/2014/main" id="{2CEA1092-2119-B5DE-0B9B-5D7431AC1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5005590"/>
              <a:ext cx="100809" cy="70177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7" name="Freeform 7">
              <a:extLst>
                <a:ext uri="{FF2B5EF4-FFF2-40B4-BE49-F238E27FC236}">
                  <a16:creationId xmlns:a16="http://schemas.microsoft.com/office/drawing/2014/main" id="{C142477E-94E9-57FD-435C-112E3609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826" y="4933186"/>
              <a:ext cx="70176" cy="100809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8" name="Freeform 8__shp_black__s1">
              <a:extLst>
                <a:ext uri="{FF2B5EF4-FFF2-40B4-BE49-F238E27FC236}">
                  <a16:creationId xmlns:a16="http://schemas.microsoft.com/office/drawing/2014/main" id="{EDE82206-31C3-4922-C716-DFEBF1CF0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207" y="4933186"/>
              <a:ext cx="69620" cy="100809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9" name="Freeform 9__shp_black__s1">
              <a:extLst>
                <a:ext uri="{FF2B5EF4-FFF2-40B4-BE49-F238E27FC236}">
                  <a16:creationId xmlns:a16="http://schemas.microsoft.com/office/drawing/2014/main" id="{BFF30F8E-B308-8693-A0C6-1404B5661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8040" y="4920933"/>
              <a:ext cx="110277" cy="122531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0" name="Freeform 10__shp_black__s1">
              <a:extLst>
                <a:ext uri="{FF2B5EF4-FFF2-40B4-BE49-F238E27FC236}">
                  <a16:creationId xmlns:a16="http://schemas.microsoft.com/office/drawing/2014/main" id="{3A8DB83F-5CD6-AE56-0FB8-06E3BD20D0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0013" y="4956021"/>
              <a:ext cx="84657" cy="90227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1" name="Freeform 11__shp_black__s1">
              <a:extLst>
                <a:ext uri="{FF2B5EF4-FFF2-40B4-BE49-F238E27FC236}">
                  <a16:creationId xmlns:a16="http://schemas.microsoft.com/office/drawing/2014/main" id="{EF53D1F8-E721-2305-DB82-7098F98C6D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3025" y="4956021"/>
              <a:ext cx="92455" cy="90227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2" name="Freeform 12__shp_black__s1">
              <a:extLst>
                <a:ext uri="{FF2B5EF4-FFF2-40B4-BE49-F238E27FC236}">
                  <a16:creationId xmlns:a16="http://schemas.microsoft.com/office/drawing/2014/main" id="{8A9245AB-2723-55B6-1C8D-8EC41421C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2138" y="4920933"/>
              <a:ext cx="113619" cy="122531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3" name="Freeform 13__shp_black__s1">
              <a:extLst>
                <a:ext uri="{FF2B5EF4-FFF2-40B4-BE49-F238E27FC236}">
                  <a16:creationId xmlns:a16="http://schemas.microsoft.com/office/drawing/2014/main" id="{984F19A9-C1F1-B102-C34E-1FF0E5BFA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0187" y="4956021"/>
              <a:ext cx="89670" cy="90227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4" name="Freeform 14__shp_black__s1">
              <a:extLst>
                <a:ext uri="{FF2B5EF4-FFF2-40B4-BE49-F238E27FC236}">
                  <a16:creationId xmlns:a16="http://schemas.microsoft.com/office/drawing/2014/main" id="{E3348AA6-A831-D56E-732E-3B6C71D96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895" y="4956021"/>
              <a:ext cx="138125" cy="87442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166" name="slideNumber__text_footer__s1">
            <a:extLst>
              <a:ext uri="{FF2B5EF4-FFF2-40B4-BE49-F238E27FC236}">
                <a16:creationId xmlns:a16="http://schemas.microsoft.com/office/drawing/2014/main" id="{5FB19F26-AA87-6139-3D4E-4DBAE39AA59E}"/>
              </a:ext>
            </a:extLst>
          </p:cNvPr>
          <p:cNvSpPr txBox="1">
            <a:spLocks/>
          </p:cNvSpPr>
          <p:nvPr/>
        </p:nvSpPr>
        <p:spPr>
          <a:xfrm>
            <a:off x="169336" y="6521885"/>
            <a:ext cx="724744" cy="26499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/>
            <a:fld id="{2ACAC032-C16A-B941-AEF9-9BF179805C4A}" type="slidenum">
              <a:rPr lang="fr-FR" sz="1067">
                <a:solidFill>
                  <a:srgbClr val="22211F"/>
                </a:solidFill>
              </a:rPr>
              <a:pPr defTabSz="914377"/>
              <a:t>4</a:t>
            </a:fld>
            <a:endParaRPr lang="fr-FR" sz="1067">
              <a:solidFill>
                <a:srgbClr val="22211F"/>
              </a:solidFill>
            </a:endParaRPr>
          </a:p>
        </p:txBody>
      </p:sp>
      <p:grpSp>
        <p:nvGrpSpPr>
          <p:cNvPr id="167" name="Group logo__s1">
            <a:extLst>
              <a:ext uri="{FF2B5EF4-FFF2-40B4-BE49-F238E27FC236}">
                <a16:creationId xmlns:a16="http://schemas.microsoft.com/office/drawing/2014/main" id="{96CB2188-7CE0-DC66-D939-32575662F35E}"/>
              </a:ext>
            </a:extLst>
          </p:cNvPr>
          <p:cNvGrpSpPr/>
          <p:nvPr/>
        </p:nvGrpSpPr>
        <p:grpSpPr>
          <a:xfrm>
            <a:off x="10747244" y="6472446"/>
            <a:ext cx="1197084" cy="245804"/>
            <a:chOff x="8025207" y="4891414"/>
            <a:chExt cx="897813" cy="184353"/>
          </a:xfrm>
        </p:grpSpPr>
        <p:sp>
          <p:nvSpPr>
            <p:cNvPr id="168" name="Freeform 5">
              <a:extLst>
                <a:ext uri="{FF2B5EF4-FFF2-40B4-BE49-F238E27FC236}">
                  <a16:creationId xmlns:a16="http://schemas.microsoft.com/office/drawing/2014/main" id="{F5C2E47B-DD72-46A5-1896-0B9EB4257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4891414"/>
              <a:ext cx="100809" cy="70177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9" name="Freeform 6">
              <a:extLst>
                <a:ext uri="{FF2B5EF4-FFF2-40B4-BE49-F238E27FC236}">
                  <a16:creationId xmlns:a16="http://schemas.microsoft.com/office/drawing/2014/main" id="{4FC8F298-00C8-DEC5-3F68-41CDDE425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5005590"/>
              <a:ext cx="100809" cy="70177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0" name="Freeform 7">
              <a:extLst>
                <a:ext uri="{FF2B5EF4-FFF2-40B4-BE49-F238E27FC236}">
                  <a16:creationId xmlns:a16="http://schemas.microsoft.com/office/drawing/2014/main" id="{E638291E-67FA-EC8D-7020-5B8784B6A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826" y="4933186"/>
              <a:ext cx="70176" cy="100809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1" name="Freeform 8__shp_black__s1">
              <a:extLst>
                <a:ext uri="{FF2B5EF4-FFF2-40B4-BE49-F238E27FC236}">
                  <a16:creationId xmlns:a16="http://schemas.microsoft.com/office/drawing/2014/main" id="{C1EA253D-3BED-ED46-6EB3-424292A61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207" y="4933186"/>
              <a:ext cx="69620" cy="100809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2" name="Freeform 9__shp_black__s1">
              <a:extLst>
                <a:ext uri="{FF2B5EF4-FFF2-40B4-BE49-F238E27FC236}">
                  <a16:creationId xmlns:a16="http://schemas.microsoft.com/office/drawing/2014/main" id="{52728576-135C-8287-4D21-080F30636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8040" y="4920933"/>
              <a:ext cx="110277" cy="122531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3" name="Freeform 10__shp_black__s1">
              <a:extLst>
                <a:ext uri="{FF2B5EF4-FFF2-40B4-BE49-F238E27FC236}">
                  <a16:creationId xmlns:a16="http://schemas.microsoft.com/office/drawing/2014/main" id="{F707A6CC-9662-E95F-4104-59F898303A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0013" y="4956021"/>
              <a:ext cx="84657" cy="90227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4" name="Freeform 11__shp_black__s1">
              <a:extLst>
                <a:ext uri="{FF2B5EF4-FFF2-40B4-BE49-F238E27FC236}">
                  <a16:creationId xmlns:a16="http://schemas.microsoft.com/office/drawing/2014/main" id="{FB199470-D051-326E-428B-ECF92AAF81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3025" y="4956021"/>
              <a:ext cx="92455" cy="90227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5" name="Freeform 12__shp_black__s1">
              <a:extLst>
                <a:ext uri="{FF2B5EF4-FFF2-40B4-BE49-F238E27FC236}">
                  <a16:creationId xmlns:a16="http://schemas.microsoft.com/office/drawing/2014/main" id="{67434B54-DAED-177B-C416-8047BA792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2138" y="4920933"/>
              <a:ext cx="113619" cy="122531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6" name="Freeform 13__shp_black__s1">
              <a:extLst>
                <a:ext uri="{FF2B5EF4-FFF2-40B4-BE49-F238E27FC236}">
                  <a16:creationId xmlns:a16="http://schemas.microsoft.com/office/drawing/2014/main" id="{541E3B30-91FB-3A6D-F5D2-D7B0C96B12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0187" y="4956021"/>
              <a:ext cx="89670" cy="90227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7" name="Freeform 14__shp_black__s1">
              <a:extLst>
                <a:ext uri="{FF2B5EF4-FFF2-40B4-BE49-F238E27FC236}">
                  <a16:creationId xmlns:a16="http://schemas.microsoft.com/office/drawing/2014/main" id="{49AC85BF-9931-E9BD-64E4-1A08E01D3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895" y="4956021"/>
              <a:ext cx="138125" cy="87442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</p:grp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738252953"/>
              </p:ext>
            </p:extLst>
          </p:nvPr>
        </p:nvGraphicFramePr>
        <p:xfrm>
          <a:off x="209436" y="849128"/>
          <a:ext cx="11642808" cy="2352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73440"/>
              </p:ext>
            </p:extLst>
          </p:nvPr>
        </p:nvGraphicFramePr>
        <p:xfrm>
          <a:off x="209436" y="3141957"/>
          <a:ext cx="4930920" cy="3511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0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384">
                  <a:extLst>
                    <a:ext uri="{9D8B030D-6E8A-4147-A177-3AD203B41FA5}">
                      <a16:colId xmlns:a16="http://schemas.microsoft.com/office/drawing/2014/main" val="2219992961"/>
                    </a:ext>
                  </a:extLst>
                </a:gridCol>
                <a:gridCol w="74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04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Existing</a:t>
                      </a: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Control  Type 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New Control Type </a:t>
                      </a: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DH Version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none" strike="noStrike" dirty="0">
                          <a:effectLst/>
                        </a:rPr>
                        <a:t>Completeness Control - Business dictionary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11883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Data Completeness - </a:t>
                      </a:r>
                      <a:r>
                        <a:rPr lang="fr-FR" sz="1100" u="none" strike="noStrike" dirty="0" err="1">
                          <a:effectLst/>
                        </a:rPr>
                        <a:t>Empty</a:t>
                      </a:r>
                      <a:r>
                        <a:rPr lang="fr-FR" sz="1100" u="none" strike="noStrike" dirty="0">
                          <a:effectLst/>
                        </a:rPr>
                        <a:t>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7.2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Data Completeness - Not </a:t>
                      </a:r>
                      <a:r>
                        <a:rPr lang="fr-FR" sz="1100" u="none" strike="noStrike" dirty="0" err="1">
                          <a:effectLst/>
                        </a:rPr>
                        <a:t>Empty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7.2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Data Completeness - Not </a:t>
                      </a:r>
                      <a:r>
                        <a:rPr lang="fr-FR" sz="1100" u="none" strike="noStrike" dirty="0" err="1">
                          <a:effectLst/>
                        </a:rPr>
                        <a:t>Null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Data Completeness - </a:t>
                      </a:r>
                      <a:r>
                        <a:rPr lang="fr-FR" sz="1100" u="none" strike="noStrike" dirty="0" err="1">
                          <a:effectLst/>
                        </a:rPr>
                        <a:t>Null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Data Completeness - Missing Data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none" strike="noStrike" dirty="0">
                          <a:effectLst/>
                        </a:rPr>
                        <a:t>7.2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2351028"/>
                  </a:ext>
                </a:extLst>
              </a:tr>
              <a:tr h="71120"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Completeness - Missing Field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121296"/>
                  </a:ext>
                </a:extLst>
              </a:tr>
              <a:tr h="229442"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none" strike="noStrike" dirty="0">
                          <a:effectLst/>
                        </a:rPr>
                        <a:t>Data Completeness - Record </a:t>
                      </a:r>
                      <a:r>
                        <a:rPr lang="fr-FR" sz="1100" u="none" strike="noStrike" dirty="0" err="1">
                          <a:effectLst/>
                        </a:rPr>
                        <a:t>Missing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9774659"/>
                  </a:ext>
                </a:extLst>
              </a:tr>
              <a:tr h="229442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Incorrect Data - </a:t>
                      </a:r>
                      <a:r>
                        <a:rPr lang="fr-FR" sz="1100" u="none" strike="noStrike" dirty="0" err="1">
                          <a:effectLst/>
                        </a:rPr>
                        <a:t>Equals</a:t>
                      </a:r>
                      <a:r>
                        <a:rPr lang="fr-FR" sz="1100" u="none" strike="noStrike" dirty="0">
                          <a:effectLst/>
                        </a:rPr>
                        <a:t> to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7.2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Incorrect Data - </a:t>
                      </a:r>
                      <a:r>
                        <a:rPr lang="fr-FR" sz="1100" u="none" strike="noStrike" dirty="0" err="1">
                          <a:effectLst/>
                        </a:rPr>
                        <a:t>Greater</a:t>
                      </a:r>
                      <a:r>
                        <a:rPr lang="fr-FR" sz="1100" u="none" strike="noStrike" dirty="0">
                          <a:effectLst/>
                        </a:rPr>
                        <a:t> </a:t>
                      </a:r>
                      <a:r>
                        <a:rPr lang="fr-FR" sz="1100" u="none" strike="noStrike" dirty="0" err="1">
                          <a:effectLst/>
                        </a:rPr>
                        <a:t>than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7.2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Incorrect Data - Greater than or Equal to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Incorrect Data - </a:t>
                      </a:r>
                      <a:r>
                        <a:rPr lang="fr-FR" sz="1100" u="none" strike="noStrike" dirty="0" err="1">
                          <a:effectLst/>
                        </a:rPr>
                        <a:t>Less</a:t>
                      </a:r>
                      <a:r>
                        <a:rPr lang="fr-FR" sz="1100" u="none" strike="noStrike" dirty="0">
                          <a:effectLst/>
                        </a:rPr>
                        <a:t>  </a:t>
                      </a:r>
                      <a:r>
                        <a:rPr lang="fr-FR" sz="1100" u="none" strike="noStrike" dirty="0" err="1">
                          <a:effectLst/>
                        </a:rPr>
                        <a:t>than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7.2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Incorrect Data - Less than or Equal to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7.2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Incorrect Data - Negative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7.2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Incorrect Data - Not Equal to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7.2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Incorrect Data - Out of Range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Value Of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815241"/>
              </p:ext>
            </p:extLst>
          </p:nvPr>
        </p:nvGraphicFramePr>
        <p:xfrm>
          <a:off x="7051641" y="3141957"/>
          <a:ext cx="5009729" cy="24576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343">
                  <a:extLst>
                    <a:ext uri="{9D8B030D-6E8A-4147-A177-3AD203B41FA5}">
                      <a16:colId xmlns:a16="http://schemas.microsoft.com/office/drawing/2014/main" val="3912014347"/>
                    </a:ext>
                  </a:extLst>
                </a:gridCol>
                <a:gridCol w="740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Existing</a:t>
                      </a: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Control  Type 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New Control  Type 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DH Version 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Series Not Updated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Stale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Series not Updated (match the number of days)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Stale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Series Data - Minimum Series Jump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Series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Jump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6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Series Jump for a Source Greater than for Other Source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Series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Jump </a:t>
                      </a:r>
                    </a:p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Series Data - Maximum Series Jump Compared to Reference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Series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Jump </a:t>
                      </a:r>
                    </a:p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u="none" strike="noStrike" dirty="0">
                          <a:effectLst/>
                        </a:rPr>
                        <a:t>7.4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8571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Maximum Series Jump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Series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Jump </a:t>
                      </a:r>
                    </a:p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Series Data - Series Jump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Series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Jump </a:t>
                      </a:r>
                    </a:p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53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__text_title__s1">
            <a:extLst>
              <a:ext uri="{FF2B5EF4-FFF2-40B4-BE49-F238E27FC236}">
                <a16:creationId xmlns:a16="http://schemas.microsoft.com/office/drawing/2014/main" id="{7E97F03C-F2EE-D920-93B7-80927451A545}"/>
              </a:ext>
            </a:extLst>
          </p:cNvPr>
          <p:cNvSpPr txBox="1">
            <a:spLocks/>
          </p:cNvSpPr>
          <p:nvPr/>
        </p:nvSpPr>
        <p:spPr>
          <a:xfrm>
            <a:off x="169335" y="0"/>
            <a:ext cx="10226522" cy="95257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0" tIns="50800" rIns="118533" bIns="50800" rtlCol="0" anchor="ctr">
            <a:no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400" b="1" kern="1200" cap="none" baseline="0">
                <a:solidFill>
                  <a:srgbClr val="2B2965"/>
                </a:solidFill>
                <a:latin typeface="+mj-lt"/>
                <a:ea typeface="+mj-ea"/>
                <a:cs typeface="Helvetica"/>
              </a:defRPr>
            </a:lvl1pPr>
          </a:lstStyle>
          <a:p>
            <a:pPr lvl="0">
              <a:buClr>
                <a:srgbClr val="000000"/>
              </a:buClr>
              <a:buSzPts val="3200"/>
              <a:defRPr/>
            </a:pPr>
            <a:r>
              <a:rPr lang="en-US" sz="2800" spc="-200" noProof="0" dirty="0">
                <a:solidFill>
                  <a:srgbClr val="0ED8B8"/>
                </a:solidFill>
                <a:latin typeface="Century Gothic" panose="020B0502020202020204" pitchFamily="34" charset="0"/>
              </a:rPr>
              <a:t>New DQC –  Upcoming Release Content &amp; </a:t>
            </a:r>
            <a:r>
              <a:rPr lang="en-US" sz="2800" spc="-200" dirty="0">
                <a:solidFill>
                  <a:srgbClr val="0ED8B8"/>
                </a:solidFill>
                <a:latin typeface="Century Gothic" panose="020B0502020202020204" pitchFamily="34" charset="0"/>
              </a:rPr>
              <a:t>Remaining Control Type</a:t>
            </a:r>
            <a:endParaRPr kumimoji="0" lang="en-US" sz="2800" i="0" u="none" strike="noStrike" kern="1200" cap="none" spc="-200" normalizeH="0" baseline="0" noProof="0" dirty="0">
              <a:ln>
                <a:noFill/>
              </a:ln>
              <a:solidFill>
                <a:srgbClr val="0ED8B8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Helvetica"/>
            </a:endParaRPr>
          </a:p>
        </p:txBody>
      </p:sp>
      <p:sp>
        <p:nvSpPr>
          <p:cNvPr id="50" name="TextBox 49__text_normal__s1">
            <a:extLst>
              <a:ext uri="{FF2B5EF4-FFF2-40B4-BE49-F238E27FC236}">
                <a16:creationId xmlns:a16="http://schemas.microsoft.com/office/drawing/2014/main" id="{65A669D9-1794-CABE-E16A-4D7BC60B8183}"/>
              </a:ext>
            </a:extLst>
          </p:cNvPr>
          <p:cNvSpPr txBox="1"/>
          <p:nvPr/>
        </p:nvSpPr>
        <p:spPr>
          <a:xfrm>
            <a:off x="5965078" y="7017018"/>
            <a:ext cx="6306886" cy="31803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wrap="square" lIns="0" tIns="50800" rIns="118533" bIns="50800" rtlCol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endParaRPr lang="fr-FR" sz="1400">
              <a:solidFill>
                <a:srgbClr val="393834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43" name="Group logo__s1">
            <a:extLst>
              <a:ext uri="{FF2B5EF4-FFF2-40B4-BE49-F238E27FC236}">
                <a16:creationId xmlns:a16="http://schemas.microsoft.com/office/drawing/2014/main" id="{E603B71A-F182-CA7E-7EB0-BC21EC21E4BF}"/>
              </a:ext>
            </a:extLst>
          </p:cNvPr>
          <p:cNvGrpSpPr/>
          <p:nvPr/>
        </p:nvGrpSpPr>
        <p:grpSpPr>
          <a:xfrm>
            <a:off x="10747244" y="6472446"/>
            <a:ext cx="1197084" cy="245804"/>
            <a:chOff x="8025207" y="4891414"/>
            <a:chExt cx="897813" cy="184353"/>
          </a:xfrm>
        </p:grpSpPr>
        <p:sp>
          <p:nvSpPr>
            <p:cNvPr id="144" name="Freeform 5">
              <a:extLst>
                <a:ext uri="{FF2B5EF4-FFF2-40B4-BE49-F238E27FC236}">
                  <a16:creationId xmlns:a16="http://schemas.microsoft.com/office/drawing/2014/main" id="{E7A9B4B4-9AA8-8BD7-27C7-6F61483D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4891414"/>
              <a:ext cx="100809" cy="70177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5" name="Freeform 6">
              <a:extLst>
                <a:ext uri="{FF2B5EF4-FFF2-40B4-BE49-F238E27FC236}">
                  <a16:creationId xmlns:a16="http://schemas.microsoft.com/office/drawing/2014/main" id="{F813F02F-51D7-CC3D-8297-B159556CD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5005590"/>
              <a:ext cx="100809" cy="70177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6" name="Freeform 7">
              <a:extLst>
                <a:ext uri="{FF2B5EF4-FFF2-40B4-BE49-F238E27FC236}">
                  <a16:creationId xmlns:a16="http://schemas.microsoft.com/office/drawing/2014/main" id="{CD5FA4C1-9486-FA2D-6572-294A7962C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826" y="4933186"/>
              <a:ext cx="70176" cy="100809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7" name="Freeform 8__shp_black__s1">
              <a:extLst>
                <a:ext uri="{FF2B5EF4-FFF2-40B4-BE49-F238E27FC236}">
                  <a16:creationId xmlns:a16="http://schemas.microsoft.com/office/drawing/2014/main" id="{38BF3F77-783F-8114-CB02-0D51D4283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207" y="4933186"/>
              <a:ext cx="69620" cy="100809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8" name="Freeform 9__shp_black__s1">
              <a:extLst>
                <a:ext uri="{FF2B5EF4-FFF2-40B4-BE49-F238E27FC236}">
                  <a16:creationId xmlns:a16="http://schemas.microsoft.com/office/drawing/2014/main" id="{AF09FF2A-D0B2-2B77-6EDC-3EC57BFC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8040" y="4920933"/>
              <a:ext cx="110277" cy="122531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49" name="Freeform 10__shp_black__s1">
              <a:extLst>
                <a:ext uri="{FF2B5EF4-FFF2-40B4-BE49-F238E27FC236}">
                  <a16:creationId xmlns:a16="http://schemas.microsoft.com/office/drawing/2014/main" id="{B1EF56E5-E8DC-E996-133D-E8E0648D38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0013" y="4956021"/>
              <a:ext cx="84657" cy="90227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0" name="Freeform 11__shp_black__s1">
              <a:extLst>
                <a:ext uri="{FF2B5EF4-FFF2-40B4-BE49-F238E27FC236}">
                  <a16:creationId xmlns:a16="http://schemas.microsoft.com/office/drawing/2014/main" id="{636BBA86-67A9-A259-270D-84893839A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3025" y="4956021"/>
              <a:ext cx="92455" cy="90227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1" name="Freeform 12__shp_black__s1">
              <a:extLst>
                <a:ext uri="{FF2B5EF4-FFF2-40B4-BE49-F238E27FC236}">
                  <a16:creationId xmlns:a16="http://schemas.microsoft.com/office/drawing/2014/main" id="{A07CCC93-0881-451F-A8AC-3BF01C7D9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2138" y="4920933"/>
              <a:ext cx="113619" cy="122531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2" name="Freeform 13__shp_black__s1">
              <a:extLst>
                <a:ext uri="{FF2B5EF4-FFF2-40B4-BE49-F238E27FC236}">
                  <a16:creationId xmlns:a16="http://schemas.microsoft.com/office/drawing/2014/main" id="{296A8CB2-666F-2ABF-E47D-B679D492AB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0187" y="4956021"/>
              <a:ext cx="89670" cy="90227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3" name="Freeform 14__shp_black__s1">
              <a:extLst>
                <a:ext uri="{FF2B5EF4-FFF2-40B4-BE49-F238E27FC236}">
                  <a16:creationId xmlns:a16="http://schemas.microsoft.com/office/drawing/2014/main" id="{C8DA30B0-8DCB-58B2-8640-8D54EDD9E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895" y="4956021"/>
              <a:ext cx="138125" cy="87442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</p:grpSp>
      <p:grpSp>
        <p:nvGrpSpPr>
          <p:cNvPr id="154" name="Group logo__s1">
            <a:extLst>
              <a:ext uri="{FF2B5EF4-FFF2-40B4-BE49-F238E27FC236}">
                <a16:creationId xmlns:a16="http://schemas.microsoft.com/office/drawing/2014/main" id="{C62A8504-70D3-C136-5E23-D3374A44F9E8}"/>
              </a:ext>
            </a:extLst>
          </p:cNvPr>
          <p:cNvGrpSpPr/>
          <p:nvPr/>
        </p:nvGrpSpPr>
        <p:grpSpPr>
          <a:xfrm>
            <a:off x="10747244" y="6472446"/>
            <a:ext cx="1197084" cy="245804"/>
            <a:chOff x="8025207" y="4891414"/>
            <a:chExt cx="897813" cy="184353"/>
          </a:xfrm>
        </p:grpSpPr>
        <p:sp>
          <p:nvSpPr>
            <p:cNvPr id="155" name="Freeform 5">
              <a:extLst>
                <a:ext uri="{FF2B5EF4-FFF2-40B4-BE49-F238E27FC236}">
                  <a16:creationId xmlns:a16="http://schemas.microsoft.com/office/drawing/2014/main" id="{F30BE61E-0EB7-4CE7-3C54-12EF0D1D1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4891414"/>
              <a:ext cx="100809" cy="70177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6" name="Freeform 6">
              <a:extLst>
                <a:ext uri="{FF2B5EF4-FFF2-40B4-BE49-F238E27FC236}">
                  <a16:creationId xmlns:a16="http://schemas.microsoft.com/office/drawing/2014/main" id="{2CEA1092-2119-B5DE-0B9B-5D7431AC1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5005590"/>
              <a:ext cx="100809" cy="70177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7" name="Freeform 7">
              <a:extLst>
                <a:ext uri="{FF2B5EF4-FFF2-40B4-BE49-F238E27FC236}">
                  <a16:creationId xmlns:a16="http://schemas.microsoft.com/office/drawing/2014/main" id="{C142477E-94E9-57FD-435C-112E3609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826" y="4933186"/>
              <a:ext cx="70176" cy="100809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8" name="Freeform 8__shp_black__s1">
              <a:extLst>
                <a:ext uri="{FF2B5EF4-FFF2-40B4-BE49-F238E27FC236}">
                  <a16:creationId xmlns:a16="http://schemas.microsoft.com/office/drawing/2014/main" id="{EDE82206-31C3-4922-C716-DFEBF1CF0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207" y="4933186"/>
              <a:ext cx="69620" cy="100809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59" name="Freeform 9__shp_black__s1">
              <a:extLst>
                <a:ext uri="{FF2B5EF4-FFF2-40B4-BE49-F238E27FC236}">
                  <a16:creationId xmlns:a16="http://schemas.microsoft.com/office/drawing/2014/main" id="{BFF30F8E-B308-8693-A0C6-1404B5661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8040" y="4920933"/>
              <a:ext cx="110277" cy="122531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0" name="Freeform 10__shp_black__s1">
              <a:extLst>
                <a:ext uri="{FF2B5EF4-FFF2-40B4-BE49-F238E27FC236}">
                  <a16:creationId xmlns:a16="http://schemas.microsoft.com/office/drawing/2014/main" id="{3A8DB83F-5CD6-AE56-0FB8-06E3BD20D0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0013" y="4956021"/>
              <a:ext cx="84657" cy="90227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1" name="Freeform 11__shp_black__s1">
              <a:extLst>
                <a:ext uri="{FF2B5EF4-FFF2-40B4-BE49-F238E27FC236}">
                  <a16:creationId xmlns:a16="http://schemas.microsoft.com/office/drawing/2014/main" id="{EF53D1F8-E721-2305-DB82-7098F98C6D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3025" y="4956021"/>
              <a:ext cx="92455" cy="90227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2" name="Freeform 12__shp_black__s1">
              <a:extLst>
                <a:ext uri="{FF2B5EF4-FFF2-40B4-BE49-F238E27FC236}">
                  <a16:creationId xmlns:a16="http://schemas.microsoft.com/office/drawing/2014/main" id="{8A9245AB-2723-55B6-1C8D-8EC41421C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2138" y="4920933"/>
              <a:ext cx="113619" cy="122531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3" name="Freeform 13__shp_black__s1">
              <a:extLst>
                <a:ext uri="{FF2B5EF4-FFF2-40B4-BE49-F238E27FC236}">
                  <a16:creationId xmlns:a16="http://schemas.microsoft.com/office/drawing/2014/main" id="{984F19A9-C1F1-B102-C34E-1FF0E5BFA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0187" y="4956021"/>
              <a:ext cx="89670" cy="90227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4" name="Freeform 14__shp_black__s1">
              <a:extLst>
                <a:ext uri="{FF2B5EF4-FFF2-40B4-BE49-F238E27FC236}">
                  <a16:creationId xmlns:a16="http://schemas.microsoft.com/office/drawing/2014/main" id="{E3348AA6-A831-D56E-732E-3B6C71D96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895" y="4956021"/>
              <a:ext cx="138125" cy="87442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</p:grpSp>
      <p:sp>
        <p:nvSpPr>
          <p:cNvPr id="166" name="slideNumber__text_footer__s1">
            <a:extLst>
              <a:ext uri="{FF2B5EF4-FFF2-40B4-BE49-F238E27FC236}">
                <a16:creationId xmlns:a16="http://schemas.microsoft.com/office/drawing/2014/main" id="{5FB19F26-AA87-6139-3D4E-4DBAE39AA59E}"/>
              </a:ext>
            </a:extLst>
          </p:cNvPr>
          <p:cNvSpPr txBox="1">
            <a:spLocks/>
          </p:cNvSpPr>
          <p:nvPr/>
        </p:nvSpPr>
        <p:spPr>
          <a:xfrm>
            <a:off x="169336" y="6521885"/>
            <a:ext cx="724744" cy="26499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/>
            <a:fld id="{2ACAC032-C16A-B941-AEF9-9BF179805C4A}" type="slidenum">
              <a:rPr lang="fr-FR" sz="1067">
                <a:solidFill>
                  <a:srgbClr val="22211F"/>
                </a:solidFill>
              </a:rPr>
              <a:pPr defTabSz="914377"/>
              <a:t>5</a:t>
            </a:fld>
            <a:endParaRPr lang="fr-FR" sz="1067">
              <a:solidFill>
                <a:srgbClr val="22211F"/>
              </a:solidFill>
            </a:endParaRPr>
          </a:p>
        </p:txBody>
      </p:sp>
      <p:grpSp>
        <p:nvGrpSpPr>
          <p:cNvPr id="167" name="Group logo__s1">
            <a:extLst>
              <a:ext uri="{FF2B5EF4-FFF2-40B4-BE49-F238E27FC236}">
                <a16:creationId xmlns:a16="http://schemas.microsoft.com/office/drawing/2014/main" id="{96CB2188-7CE0-DC66-D939-32575662F35E}"/>
              </a:ext>
            </a:extLst>
          </p:cNvPr>
          <p:cNvGrpSpPr/>
          <p:nvPr/>
        </p:nvGrpSpPr>
        <p:grpSpPr>
          <a:xfrm>
            <a:off x="10747244" y="6472446"/>
            <a:ext cx="1197084" cy="245804"/>
            <a:chOff x="8025207" y="4891414"/>
            <a:chExt cx="897813" cy="184353"/>
          </a:xfrm>
        </p:grpSpPr>
        <p:sp>
          <p:nvSpPr>
            <p:cNvPr id="168" name="Freeform 5">
              <a:extLst>
                <a:ext uri="{FF2B5EF4-FFF2-40B4-BE49-F238E27FC236}">
                  <a16:creationId xmlns:a16="http://schemas.microsoft.com/office/drawing/2014/main" id="{F5C2E47B-DD72-46A5-1896-0B9EB4257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4891414"/>
              <a:ext cx="100809" cy="70177"/>
            </a:xfrm>
            <a:custGeom>
              <a:avLst/>
              <a:gdLst>
                <a:gd name="T0" fmla="*/ 182 w 362"/>
                <a:gd name="T1" fmla="*/ 111 h 251"/>
                <a:gd name="T2" fmla="*/ 69 w 362"/>
                <a:gd name="T3" fmla="*/ 0 h 251"/>
                <a:gd name="T4" fmla="*/ 0 w 362"/>
                <a:gd name="T5" fmla="*/ 69 h 251"/>
                <a:gd name="T6" fmla="*/ 182 w 362"/>
                <a:gd name="T7" fmla="*/ 251 h 251"/>
                <a:gd name="T8" fmla="*/ 362 w 362"/>
                <a:gd name="T9" fmla="*/ 69 h 251"/>
                <a:gd name="T10" fmla="*/ 293 w 362"/>
                <a:gd name="T11" fmla="*/ 0 h 251"/>
                <a:gd name="T12" fmla="*/ 182 w 362"/>
                <a:gd name="T13" fmla="*/ 11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1">
                  <a:moveTo>
                    <a:pt x="182" y="111"/>
                  </a:moveTo>
                  <a:lnTo>
                    <a:pt x="69" y="0"/>
                  </a:lnTo>
                  <a:lnTo>
                    <a:pt x="0" y="69"/>
                  </a:lnTo>
                  <a:lnTo>
                    <a:pt x="182" y="251"/>
                  </a:lnTo>
                  <a:lnTo>
                    <a:pt x="362" y="69"/>
                  </a:lnTo>
                  <a:lnTo>
                    <a:pt x="293" y="0"/>
                  </a:lnTo>
                  <a:lnTo>
                    <a:pt x="182" y="111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69" name="Freeform 6">
              <a:extLst>
                <a:ext uri="{FF2B5EF4-FFF2-40B4-BE49-F238E27FC236}">
                  <a16:creationId xmlns:a16="http://schemas.microsoft.com/office/drawing/2014/main" id="{4FC8F298-00C8-DEC5-3F68-41CDDE425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422" y="5005590"/>
              <a:ext cx="100809" cy="70177"/>
            </a:xfrm>
            <a:custGeom>
              <a:avLst/>
              <a:gdLst>
                <a:gd name="T0" fmla="*/ 182 w 362"/>
                <a:gd name="T1" fmla="*/ 140 h 253"/>
                <a:gd name="T2" fmla="*/ 293 w 362"/>
                <a:gd name="T3" fmla="*/ 253 h 253"/>
                <a:gd name="T4" fmla="*/ 362 w 362"/>
                <a:gd name="T5" fmla="*/ 182 h 253"/>
                <a:gd name="T6" fmla="*/ 182 w 362"/>
                <a:gd name="T7" fmla="*/ 0 h 253"/>
                <a:gd name="T8" fmla="*/ 0 w 362"/>
                <a:gd name="T9" fmla="*/ 182 h 253"/>
                <a:gd name="T10" fmla="*/ 69 w 362"/>
                <a:gd name="T11" fmla="*/ 253 h 253"/>
                <a:gd name="T12" fmla="*/ 182 w 362"/>
                <a:gd name="T13" fmla="*/ 14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253">
                  <a:moveTo>
                    <a:pt x="182" y="140"/>
                  </a:moveTo>
                  <a:lnTo>
                    <a:pt x="293" y="253"/>
                  </a:lnTo>
                  <a:lnTo>
                    <a:pt x="362" y="182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69" y="253"/>
                  </a:lnTo>
                  <a:lnTo>
                    <a:pt x="182" y="140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0" name="Freeform 7">
              <a:extLst>
                <a:ext uri="{FF2B5EF4-FFF2-40B4-BE49-F238E27FC236}">
                  <a16:creationId xmlns:a16="http://schemas.microsoft.com/office/drawing/2014/main" id="{E638291E-67FA-EC8D-7020-5B8784B6A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8826" y="4933186"/>
              <a:ext cx="70176" cy="100809"/>
            </a:xfrm>
            <a:custGeom>
              <a:avLst/>
              <a:gdLst>
                <a:gd name="T0" fmla="*/ 140 w 253"/>
                <a:gd name="T1" fmla="*/ 182 h 362"/>
                <a:gd name="T2" fmla="*/ 253 w 253"/>
                <a:gd name="T3" fmla="*/ 69 h 362"/>
                <a:gd name="T4" fmla="*/ 182 w 253"/>
                <a:gd name="T5" fmla="*/ 0 h 362"/>
                <a:gd name="T6" fmla="*/ 0 w 253"/>
                <a:gd name="T7" fmla="*/ 182 h 362"/>
                <a:gd name="T8" fmla="*/ 182 w 253"/>
                <a:gd name="T9" fmla="*/ 362 h 362"/>
                <a:gd name="T10" fmla="*/ 253 w 253"/>
                <a:gd name="T11" fmla="*/ 293 h 362"/>
                <a:gd name="T12" fmla="*/ 140 w 253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362">
                  <a:moveTo>
                    <a:pt x="140" y="182"/>
                  </a:moveTo>
                  <a:lnTo>
                    <a:pt x="253" y="69"/>
                  </a:lnTo>
                  <a:lnTo>
                    <a:pt x="182" y="0"/>
                  </a:lnTo>
                  <a:lnTo>
                    <a:pt x="0" y="182"/>
                  </a:lnTo>
                  <a:lnTo>
                    <a:pt x="182" y="362"/>
                  </a:lnTo>
                  <a:lnTo>
                    <a:pt x="253" y="293"/>
                  </a:lnTo>
                  <a:lnTo>
                    <a:pt x="140" y="182"/>
                  </a:lnTo>
                  <a:close/>
                </a:path>
              </a:pathLst>
            </a:custGeom>
            <a:solidFill>
              <a:srgbClr val="0ED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1" name="Freeform 8__shp_black__s1">
              <a:extLst>
                <a:ext uri="{FF2B5EF4-FFF2-40B4-BE49-F238E27FC236}">
                  <a16:creationId xmlns:a16="http://schemas.microsoft.com/office/drawing/2014/main" id="{C1EA253D-3BED-ED46-6EB3-424292A61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5207" y="4933186"/>
              <a:ext cx="69620" cy="100809"/>
            </a:xfrm>
            <a:custGeom>
              <a:avLst/>
              <a:gdLst>
                <a:gd name="T0" fmla="*/ 111 w 251"/>
                <a:gd name="T1" fmla="*/ 182 h 362"/>
                <a:gd name="T2" fmla="*/ 0 w 251"/>
                <a:gd name="T3" fmla="*/ 293 h 362"/>
                <a:gd name="T4" fmla="*/ 69 w 251"/>
                <a:gd name="T5" fmla="*/ 362 h 362"/>
                <a:gd name="T6" fmla="*/ 251 w 251"/>
                <a:gd name="T7" fmla="*/ 182 h 362"/>
                <a:gd name="T8" fmla="*/ 69 w 251"/>
                <a:gd name="T9" fmla="*/ 0 h 362"/>
                <a:gd name="T10" fmla="*/ 0 w 251"/>
                <a:gd name="T11" fmla="*/ 69 h 362"/>
                <a:gd name="T12" fmla="*/ 111 w 251"/>
                <a:gd name="T13" fmla="*/ 18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362">
                  <a:moveTo>
                    <a:pt x="111" y="182"/>
                  </a:moveTo>
                  <a:lnTo>
                    <a:pt x="0" y="293"/>
                  </a:lnTo>
                  <a:lnTo>
                    <a:pt x="69" y="362"/>
                  </a:lnTo>
                  <a:lnTo>
                    <a:pt x="251" y="182"/>
                  </a:lnTo>
                  <a:lnTo>
                    <a:pt x="69" y="0"/>
                  </a:lnTo>
                  <a:lnTo>
                    <a:pt x="0" y="69"/>
                  </a:lnTo>
                  <a:lnTo>
                    <a:pt x="111" y="18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2" name="Freeform 9__shp_black__s1">
              <a:extLst>
                <a:ext uri="{FF2B5EF4-FFF2-40B4-BE49-F238E27FC236}">
                  <a16:creationId xmlns:a16="http://schemas.microsoft.com/office/drawing/2014/main" id="{52728576-135C-8287-4D21-080F30636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8040" y="4920933"/>
              <a:ext cx="110277" cy="122531"/>
            </a:xfrm>
            <a:custGeom>
              <a:avLst/>
              <a:gdLst>
                <a:gd name="T0" fmla="*/ 306 w 396"/>
                <a:gd name="T1" fmla="*/ 295 h 442"/>
                <a:gd name="T2" fmla="*/ 83 w 396"/>
                <a:gd name="T3" fmla="*/ 0 h 442"/>
                <a:gd name="T4" fmla="*/ 0 w 396"/>
                <a:gd name="T5" fmla="*/ 0 h 442"/>
                <a:gd name="T6" fmla="*/ 0 w 396"/>
                <a:gd name="T7" fmla="*/ 442 h 442"/>
                <a:gd name="T8" fmla="*/ 88 w 396"/>
                <a:gd name="T9" fmla="*/ 442 h 442"/>
                <a:gd name="T10" fmla="*/ 88 w 396"/>
                <a:gd name="T11" fmla="*/ 146 h 442"/>
                <a:gd name="T12" fmla="*/ 313 w 396"/>
                <a:gd name="T13" fmla="*/ 442 h 442"/>
                <a:gd name="T14" fmla="*/ 396 w 396"/>
                <a:gd name="T15" fmla="*/ 442 h 442"/>
                <a:gd name="T16" fmla="*/ 396 w 396"/>
                <a:gd name="T17" fmla="*/ 0 h 442"/>
                <a:gd name="T18" fmla="*/ 306 w 396"/>
                <a:gd name="T19" fmla="*/ 0 h 442"/>
                <a:gd name="T20" fmla="*/ 306 w 396"/>
                <a:gd name="T21" fmla="*/ 295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6" h="442">
                  <a:moveTo>
                    <a:pt x="306" y="295"/>
                  </a:moveTo>
                  <a:lnTo>
                    <a:pt x="83" y="0"/>
                  </a:lnTo>
                  <a:lnTo>
                    <a:pt x="0" y="0"/>
                  </a:lnTo>
                  <a:lnTo>
                    <a:pt x="0" y="442"/>
                  </a:lnTo>
                  <a:lnTo>
                    <a:pt x="88" y="442"/>
                  </a:lnTo>
                  <a:lnTo>
                    <a:pt x="88" y="146"/>
                  </a:lnTo>
                  <a:lnTo>
                    <a:pt x="313" y="442"/>
                  </a:lnTo>
                  <a:lnTo>
                    <a:pt x="396" y="442"/>
                  </a:lnTo>
                  <a:lnTo>
                    <a:pt x="396" y="0"/>
                  </a:lnTo>
                  <a:lnTo>
                    <a:pt x="306" y="0"/>
                  </a:lnTo>
                  <a:lnTo>
                    <a:pt x="306" y="29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3" name="Freeform 10__shp_black__s1">
              <a:extLst>
                <a:ext uri="{FF2B5EF4-FFF2-40B4-BE49-F238E27FC236}">
                  <a16:creationId xmlns:a16="http://schemas.microsoft.com/office/drawing/2014/main" id="{F707A6CC-9662-E95F-4104-59F898303A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0013" y="4956021"/>
              <a:ext cx="84657" cy="90227"/>
            </a:xfrm>
            <a:custGeom>
              <a:avLst/>
              <a:gdLst>
                <a:gd name="T0" fmla="*/ 155 w 303"/>
                <a:gd name="T1" fmla="*/ 0 h 322"/>
                <a:gd name="T2" fmla="*/ 122 w 303"/>
                <a:gd name="T3" fmla="*/ 3 h 322"/>
                <a:gd name="T4" fmla="*/ 92 w 303"/>
                <a:gd name="T5" fmla="*/ 11 h 322"/>
                <a:gd name="T6" fmla="*/ 66 w 303"/>
                <a:gd name="T7" fmla="*/ 26 h 322"/>
                <a:gd name="T8" fmla="*/ 43 w 303"/>
                <a:gd name="T9" fmla="*/ 44 h 322"/>
                <a:gd name="T10" fmla="*/ 25 w 303"/>
                <a:gd name="T11" fmla="*/ 67 h 322"/>
                <a:gd name="T12" fmla="*/ 11 w 303"/>
                <a:gd name="T13" fmla="*/ 96 h 322"/>
                <a:gd name="T14" fmla="*/ 3 w 303"/>
                <a:gd name="T15" fmla="*/ 127 h 322"/>
                <a:gd name="T16" fmla="*/ 0 w 303"/>
                <a:gd name="T17" fmla="*/ 162 h 322"/>
                <a:gd name="T18" fmla="*/ 0 w 303"/>
                <a:gd name="T19" fmla="*/ 180 h 322"/>
                <a:gd name="T20" fmla="*/ 6 w 303"/>
                <a:gd name="T21" fmla="*/ 213 h 322"/>
                <a:gd name="T22" fmla="*/ 18 w 303"/>
                <a:gd name="T23" fmla="*/ 241 h 322"/>
                <a:gd name="T24" fmla="*/ 35 w 303"/>
                <a:gd name="T25" fmla="*/ 268 h 322"/>
                <a:gd name="T26" fmla="*/ 54 w 303"/>
                <a:gd name="T27" fmla="*/ 287 h 322"/>
                <a:gd name="T28" fmla="*/ 81 w 303"/>
                <a:gd name="T29" fmla="*/ 304 h 322"/>
                <a:gd name="T30" fmla="*/ 109 w 303"/>
                <a:gd name="T31" fmla="*/ 316 h 322"/>
                <a:gd name="T32" fmla="*/ 142 w 303"/>
                <a:gd name="T33" fmla="*/ 321 h 322"/>
                <a:gd name="T34" fmla="*/ 159 w 303"/>
                <a:gd name="T35" fmla="*/ 322 h 322"/>
                <a:gd name="T36" fmla="*/ 195 w 303"/>
                <a:gd name="T37" fmla="*/ 319 h 322"/>
                <a:gd name="T38" fmla="*/ 230 w 303"/>
                <a:gd name="T39" fmla="*/ 311 h 322"/>
                <a:gd name="T40" fmla="*/ 261 w 303"/>
                <a:gd name="T41" fmla="*/ 296 h 322"/>
                <a:gd name="T42" fmla="*/ 289 w 303"/>
                <a:gd name="T43" fmla="*/ 276 h 322"/>
                <a:gd name="T44" fmla="*/ 241 w 303"/>
                <a:gd name="T45" fmla="*/ 223 h 322"/>
                <a:gd name="T46" fmla="*/ 203 w 303"/>
                <a:gd name="T47" fmla="*/ 244 h 322"/>
                <a:gd name="T48" fmla="*/ 164 w 303"/>
                <a:gd name="T49" fmla="*/ 251 h 322"/>
                <a:gd name="T50" fmla="*/ 149 w 303"/>
                <a:gd name="T51" fmla="*/ 251 h 322"/>
                <a:gd name="T52" fmla="*/ 124 w 303"/>
                <a:gd name="T53" fmla="*/ 243 h 322"/>
                <a:gd name="T54" fmla="*/ 102 w 303"/>
                <a:gd name="T55" fmla="*/ 228 h 322"/>
                <a:gd name="T56" fmla="*/ 89 w 303"/>
                <a:gd name="T57" fmla="*/ 203 h 322"/>
                <a:gd name="T58" fmla="*/ 303 w 303"/>
                <a:gd name="T59" fmla="*/ 188 h 322"/>
                <a:gd name="T60" fmla="*/ 303 w 303"/>
                <a:gd name="T61" fmla="*/ 160 h 322"/>
                <a:gd name="T62" fmla="*/ 303 w 303"/>
                <a:gd name="T63" fmla="*/ 143 h 322"/>
                <a:gd name="T64" fmla="*/ 298 w 303"/>
                <a:gd name="T65" fmla="*/ 110 h 322"/>
                <a:gd name="T66" fmla="*/ 286 w 303"/>
                <a:gd name="T67" fmla="*/ 81 h 322"/>
                <a:gd name="T68" fmla="*/ 271 w 303"/>
                <a:gd name="T69" fmla="*/ 56 h 322"/>
                <a:gd name="T70" fmla="*/ 251 w 303"/>
                <a:gd name="T71" fmla="*/ 34 h 322"/>
                <a:gd name="T72" fmla="*/ 228 w 303"/>
                <a:gd name="T73" fmla="*/ 18 h 322"/>
                <a:gd name="T74" fmla="*/ 202 w 303"/>
                <a:gd name="T75" fmla="*/ 6 h 322"/>
                <a:gd name="T76" fmla="*/ 170 w 303"/>
                <a:gd name="T77" fmla="*/ 0 h 322"/>
                <a:gd name="T78" fmla="*/ 155 w 303"/>
                <a:gd name="T79" fmla="*/ 0 h 322"/>
                <a:gd name="T80" fmla="*/ 84 w 303"/>
                <a:gd name="T81" fmla="*/ 132 h 322"/>
                <a:gd name="T82" fmla="*/ 94 w 303"/>
                <a:gd name="T83" fmla="*/ 107 h 322"/>
                <a:gd name="T84" fmla="*/ 107 w 303"/>
                <a:gd name="T85" fmla="*/ 87 h 322"/>
                <a:gd name="T86" fmla="*/ 127 w 303"/>
                <a:gd name="T87" fmla="*/ 74 h 322"/>
                <a:gd name="T88" fmla="*/ 154 w 303"/>
                <a:gd name="T89" fmla="*/ 71 h 322"/>
                <a:gd name="T90" fmla="*/ 167 w 303"/>
                <a:gd name="T91" fmla="*/ 72 h 322"/>
                <a:gd name="T92" fmla="*/ 188 w 303"/>
                <a:gd name="T93" fmla="*/ 79 h 322"/>
                <a:gd name="T94" fmla="*/ 205 w 303"/>
                <a:gd name="T95" fmla="*/ 96 h 322"/>
                <a:gd name="T96" fmla="*/ 217 w 303"/>
                <a:gd name="T97" fmla="*/ 119 h 322"/>
                <a:gd name="T98" fmla="*/ 84 w 303"/>
                <a:gd name="T99" fmla="*/ 13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3" h="322">
                  <a:moveTo>
                    <a:pt x="155" y="0"/>
                  </a:moveTo>
                  <a:lnTo>
                    <a:pt x="155" y="0"/>
                  </a:lnTo>
                  <a:lnTo>
                    <a:pt x="137" y="0"/>
                  </a:lnTo>
                  <a:lnTo>
                    <a:pt x="122" y="3"/>
                  </a:lnTo>
                  <a:lnTo>
                    <a:pt x="106" y="6"/>
                  </a:lnTo>
                  <a:lnTo>
                    <a:pt x="92" y="11"/>
                  </a:lnTo>
                  <a:lnTo>
                    <a:pt x="78" y="18"/>
                  </a:lnTo>
                  <a:lnTo>
                    <a:pt x="66" y="26"/>
                  </a:lnTo>
                  <a:lnTo>
                    <a:pt x="53" y="34"/>
                  </a:lnTo>
                  <a:lnTo>
                    <a:pt x="43" y="44"/>
                  </a:lnTo>
                  <a:lnTo>
                    <a:pt x="33" y="56"/>
                  </a:lnTo>
                  <a:lnTo>
                    <a:pt x="25" y="67"/>
                  </a:lnTo>
                  <a:lnTo>
                    <a:pt x="16" y="81"/>
                  </a:lnTo>
                  <a:lnTo>
                    <a:pt x="11" y="96"/>
                  </a:lnTo>
                  <a:lnTo>
                    <a:pt x="6" y="110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3" y="196"/>
                  </a:lnTo>
                  <a:lnTo>
                    <a:pt x="6" y="213"/>
                  </a:lnTo>
                  <a:lnTo>
                    <a:pt x="11" y="228"/>
                  </a:lnTo>
                  <a:lnTo>
                    <a:pt x="18" y="241"/>
                  </a:lnTo>
                  <a:lnTo>
                    <a:pt x="25" y="254"/>
                  </a:lnTo>
                  <a:lnTo>
                    <a:pt x="35" y="268"/>
                  </a:lnTo>
                  <a:lnTo>
                    <a:pt x="44" y="277"/>
                  </a:lnTo>
                  <a:lnTo>
                    <a:pt x="54" y="287"/>
                  </a:lnTo>
                  <a:lnTo>
                    <a:pt x="68" y="296"/>
                  </a:lnTo>
                  <a:lnTo>
                    <a:pt x="81" y="304"/>
                  </a:lnTo>
                  <a:lnTo>
                    <a:pt x="94" y="311"/>
                  </a:lnTo>
                  <a:lnTo>
                    <a:pt x="109" y="316"/>
                  </a:lnTo>
                  <a:lnTo>
                    <a:pt x="126" y="319"/>
                  </a:lnTo>
                  <a:lnTo>
                    <a:pt x="142" y="321"/>
                  </a:lnTo>
                  <a:lnTo>
                    <a:pt x="159" y="322"/>
                  </a:lnTo>
                  <a:lnTo>
                    <a:pt x="159" y="322"/>
                  </a:lnTo>
                  <a:lnTo>
                    <a:pt x="177" y="321"/>
                  </a:lnTo>
                  <a:lnTo>
                    <a:pt x="195" y="319"/>
                  </a:lnTo>
                  <a:lnTo>
                    <a:pt x="213" y="316"/>
                  </a:lnTo>
                  <a:lnTo>
                    <a:pt x="230" y="311"/>
                  </a:lnTo>
                  <a:lnTo>
                    <a:pt x="246" y="304"/>
                  </a:lnTo>
                  <a:lnTo>
                    <a:pt x="261" y="296"/>
                  </a:lnTo>
                  <a:lnTo>
                    <a:pt x="276" y="286"/>
                  </a:lnTo>
                  <a:lnTo>
                    <a:pt x="289" y="276"/>
                  </a:lnTo>
                  <a:lnTo>
                    <a:pt x="241" y="223"/>
                  </a:lnTo>
                  <a:lnTo>
                    <a:pt x="241" y="223"/>
                  </a:lnTo>
                  <a:lnTo>
                    <a:pt x="223" y="234"/>
                  </a:lnTo>
                  <a:lnTo>
                    <a:pt x="203" y="244"/>
                  </a:lnTo>
                  <a:lnTo>
                    <a:pt x="183" y="249"/>
                  </a:lnTo>
                  <a:lnTo>
                    <a:pt x="164" y="251"/>
                  </a:lnTo>
                  <a:lnTo>
                    <a:pt x="164" y="251"/>
                  </a:lnTo>
                  <a:lnTo>
                    <a:pt x="149" y="251"/>
                  </a:lnTo>
                  <a:lnTo>
                    <a:pt x="135" y="248"/>
                  </a:lnTo>
                  <a:lnTo>
                    <a:pt x="124" y="243"/>
                  </a:lnTo>
                  <a:lnTo>
                    <a:pt x="112" y="236"/>
                  </a:lnTo>
                  <a:lnTo>
                    <a:pt x="102" y="228"/>
                  </a:lnTo>
                  <a:lnTo>
                    <a:pt x="96" y="216"/>
                  </a:lnTo>
                  <a:lnTo>
                    <a:pt x="89" y="203"/>
                  </a:lnTo>
                  <a:lnTo>
                    <a:pt x="84" y="188"/>
                  </a:lnTo>
                  <a:lnTo>
                    <a:pt x="303" y="188"/>
                  </a:lnTo>
                  <a:lnTo>
                    <a:pt x="303" y="188"/>
                  </a:lnTo>
                  <a:lnTo>
                    <a:pt x="303" y="160"/>
                  </a:lnTo>
                  <a:lnTo>
                    <a:pt x="303" y="160"/>
                  </a:lnTo>
                  <a:lnTo>
                    <a:pt x="303" y="143"/>
                  </a:lnTo>
                  <a:lnTo>
                    <a:pt x="301" y="125"/>
                  </a:lnTo>
                  <a:lnTo>
                    <a:pt x="298" y="110"/>
                  </a:lnTo>
                  <a:lnTo>
                    <a:pt x="293" y="96"/>
                  </a:lnTo>
                  <a:lnTo>
                    <a:pt x="286" y="81"/>
                  </a:lnTo>
                  <a:lnTo>
                    <a:pt x="279" y="67"/>
                  </a:lnTo>
                  <a:lnTo>
                    <a:pt x="271" y="56"/>
                  </a:lnTo>
                  <a:lnTo>
                    <a:pt x="261" y="44"/>
                  </a:lnTo>
                  <a:lnTo>
                    <a:pt x="251" y="34"/>
                  </a:lnTo>
                  <a:lnTo>
                    <a:pt x="240" y="24"/>
                  </a:lnTo>
                  <a:lnTo>
                    <a:pt x="228" y="18"/>
                  </a:lnTo>
                  <a:lnTo>
                    <a:pt x="215" y="11"/>
                  </a:lnTo>
                  <a:lnTo>
                    <a:pt x="202" y="6"/>
                  </a:lnTo>
                  <a:lnTo>
                    <a:pt x="187" y="3"/>
                  </a:lnTo>
                  <a:lnTo>
                    <a:pt x="170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84" y="132"/>
                  </a:moveTo>
                  <a:lnTo>
                    <a:pt x="84" y="132"/>
                  </a:lnTo>
                  <a:lnTo>
                    <a:pt x="89" y="119"/>
                  </a:lnTo>
                  <a:lnTo>
                    <a:pt x="94" y="107"/>
                  </a:lnTo>
                  <a:lnTo>
                    <a:pt x="99" y="96"/>
                  </a:lnTo>
                  <a:lnTo>
                    <a:pt x="107" y="87"/>
                  </a:lnTo>
                  <a:lnTo>
                    <a:pt x="117" y="81"/>
                  </a:lnTo>
                  <a:lnTo>
                    <a:pt x="127" y="74"/>
                  </a:lnTo>
                  <a:lnTo>
                    <a:pt x="140" y="72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67" y="72"/>
                  </a:lnTo>
                  <a:lnTo>
                    <a:pt x="178" y="74"/>
                  </a:lnTo>
                  <a:lnTo>
                    <a:pt x="188" y="79"/>
                  </a:lnTo>
                  <a:lnTo>
                    <a:pt x="198" y="87"/>
                  </a:lnTo>
                  <a:lnTo>
                    <a:pt x="205" y="96"/>
                  </a:lnTo>
                  <a:lnTo>
                    <a:pt x="212" y="105"/>
                  </a:lnTo>
                  <a:lnTo>
                    <a:pt x="217" y="119"/>
                  </a:lnTo>
                  <a:lnTo>
                    <a:pt x="220" y="132"/>
                  </a:lnTo>
                  <a:lnTo>
                    <a:pt x="84" y="1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4" name="Freeform 11__shp_black__s1">
              <a:extLst>
                <a:ext uri="{FF2B5EF4-FFF2-40B4-BE49-F238E27FC236}">
                  <a16:creationId xmlns:a16="http://schemas.microsoft.com/office/drawing/2014/main" id="{FB199470-D051-326E-428B-ECF92AAF81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3025" y="4956021"/>
              <a:ext cx="92455" cy="90227"/>
            </a:xfrm>
            <a:custGeom>
              <a:avLst/>
              <a:gdLst>
                <a:gd name="T0" fmla="*/ 164 w 331"/>
                <a:gd name="T1" fmla="*/ 0 h 322"/>
                <a:gd name="T2" fmla="*/ 131 w 331"/>
                <a:gd name="T3" fmla="*/ 3 h 322"/>
                <a:gd name="T4" fmla="*/ 99 w 331"/>
                <a:gd name="T5" fmla="*/ 11 h 322"/>
                <a:gd name="T6" fmla="*/ 71 w 331"/>
                <a:gd name="T7" fmla="*/ 26 h 322"/>
                <a:gd name="T8" fmla="*/ 46 w 331"/>
                <a:gd name="T9" fmla="*/ 46 h 322"/>
                <a:gd name="T10" fmla="*/ 26 w 331"/>
                <a:gd name="T11" fmla="*/ 69 h 322"/>
                <a:gd name="T12" fmla="*/ 12 w 331"/>
                <a:gd name="T13" fmla="*/ 97 h 322"/>
                <a:gd name="T14" fmla="*/ 3 w 331"/>
                <a:gd name="T15" fmla="*/ 127 h 322"/>
                <a:gd name="T16" fmla="*/ 0 w 331"/>
                <a:gd name="T17" fmla="*/ 160 h 322"/>
                <a:gd name="T18" fmla="*/ 0 w 331"/>
                <a:gd name="T19" fmla="*/ 178 h 322"/>
                <a:gd name="T20" fmla="*/ 7 w 331"/>
                <a:gd name="T21" fmla="*/ 210 h 322"/>
                <a:gd name="T22" fmla="*/ 18 w 331"/>
                <a:gd name="T23" fmla="*/ 239 h 322"/>
                <a:gd name="T24" fmla="*/ 36 w 331"/>
                <a:gd name="T25" fmla="*/ 264 h 322"/>
                <a:gd name="T26" fmla="*/ 58 w 331"/>
                <a:gd name="T27" fmla="*/ 286 h 322"/>
                <a:gd name="T28" fmla="*/ 84 w 331"/>
                <a:gd name="T29" fmla="*/ 302 h 322"/>
                <a:gd name="T30" fmla="*/ 114 w 331"/>
                <a:gd name="T31" fmla="*/ 316 h 322"/>
                <a:gd name="T32" fmla="*/ 147 w 331"/>
                <a:gd name="T33" fmla="*/ 321 h 322"/>
                <a:gd name="T34" fmla="*/ 164 w 331"/>
                <a:gd name="T35" fmla="*/ 322 h 322"/>
                <a:gd name="T36" fmla="*/ 198 w 331"/>
                <a:gd name="T37" fmla="*/ 319 h 322"/>
                <a:gd name="T38" fmla="*/ 232 w 331"/>
                <a:gd name="T39" fmla="*/ 309 h 322"/>
                <a:gd name="T40" fmla="*/ 260 w 331"/>
                <a:gd name="T41" fmla="*/ 296 h 322"/>
                <a:gd name="T42" fmla="*/ 283 w 331"/>
                <a:gd name="T43" fmla="*/ 276 h 322"/>
                <a:gd name="T44" fmla="*/ 303 w 331"/>
                <a:gd name="T45" fmla="*/ 253 h 322"/>
                <a:gd name="T46" fmla="*/ 318 w 331"/>
                <a:gd name="T47" fmla="*/ 225 h 322"/>
                <a:gd name="T48" fmla="*/ 328 w 331"/>
                <a:gd name="T49" fmla="*/ 195 h 322"/>
                <a:gd name="T50" fmla="*/ 331 w 331"/>
                <a:gd name="T51" fmla="*/ 160 h 322"/>
                <a:gd name="T52" fmla="*/ 329 w 331"/>
                <a:gd name="T53" fmla="*/ 143 h 322"/>
                <a:gd name="T54" fmla="*/ 323 w 331"/>
                <a:gd name="T55" fmla="*/ 112 h 322"/>
                <a:gd name="T56" fmla="*/ 311 w 331"/>
                <a:gd name="T57" fmla="*/ 82 h 322"/>
                <a:gd name="T58" fmla="*/ 294 w 331"/>
                <a:gd name="T59" fmla="*/ 57 h 322"/>
                <a:gd name="T60" fmla="*/ 271 w 331"/>
                <a:gd name="T61" fmla="*/ 36 h 322"/>
                <a:gd name="T62" fmla="*/ 245 w 331"/>
                <a:gd name="T63" fmla="*/ 18 h 322"/>
                <a:gd name="T64" fmla="*/ 215 w 331"/>
                <a:gd name="T65" fmla="*/ 6 h 322"/>
                <a:gd name="T66" fmla="*/ 182 w 331"/>
                <a:gd name="T67" fmla="*/ 0 h 322"/>
                <a:gd name="T68" fmla="*/ 164 w 331"/>
                <a:gd name="T69" fmla="*/ 0 h 322"/>
                <a:gd name="T70" fmla="*/ 164 w 331"/>
                <a:gd name="T71" fmla="*/ 244 h 322"/>
                <a:gd name="T72" fmla="*/ 132 w 331"/>
                <a:gd name="T73" fmla="*/ 239 h 322"/>
                <a:gd name="T74" fmla="*/ 106 w 331"/>
                <a:gd name="T75" fmla="*/ 221 h 322"/>
                <a:gd name="T76" fmla="*/ 89 w 331"/>
                <a:gd name="T77" fmla="*/ 195 h 322"/>
                <a:gd name="T78" fmla="*/ 83 w 331"/>
                <a:gd name="T79" fmla="*/ 160 h 322"/>
                <a:gd name="T80" fmla="*/ 84 w 331"/>
                <a:gd name="T81" fmla="*/ 143 h 322"/>
                <a:gd name="T82" fmla="*/ 98 w 331"/>
                <a:gd name="T83" fmla="*/ 112 h 322"/>
                <a:gd name="T84" fmla="*/ 119 w 331"/>
                <a:gd name="T85" fmla="*/ 91 h 322"/>
                <a:gd name="T86" fmla="*/ 147 w 331"/>
                <a:gd name="T87" fmla="*/ 77 h 322"/>
                <a:gd name="T88" fmla="*/ 164 w 331"/>
                <a:gd name="T89" fmla="*/ 76 h 322"/>
                <a:gd name="T90" fmla="*/ 197 w 331"/>
                <a:gd name="T91" fmla="*/ 82 h 322"/>
                <a:gd name="T92" fmla="*/ 223 w 331"/>
                <a:gd name="T93" fmla="*/ 100 h 322"/>
                <a:gd name="T94" fmla="*/ 240 w 331"/>
                <a:gd name="T95" fmla="*/ 127 h 322"/>
                <a:gd name="T96" fmla="*/ 246 w 331"/>
                <a:gd name="T97" fmla="*/ 160 h 322"/>
                <a:gd name="T98" fmla="*/ 245 w 331"/>
                <a:gd name="T99" fmla="*/ 178 h 322"/>
                <a:gd name="T100" fmla="*/ 233 w 331"/>
                <a:gd name="T101" fmla="*/ 210 h 322"/>
                <a:gd name="T102" fmla="*/ 210 w 331"/>
                <a:gd name="T103" fmla="*/ 231 h 322"/>
                <a:gd name="T104" fmla="*/ 182 w 331"/>
                <a:gd name="T105" fmla="*/ 243 h 322"/>
                <a:gd name="T106" fmla="*/ 164 w 331"/>
                <a:gd name="T107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31" h="322">
                  <a:moveTo>
                    <a:pt x="164" y="0"/>
                  </a:moveTo>
                  <a:lnTo>
                    <a:pt x="164" y="0"/>
                  </a:lnTo>
                  <a:lnTo>
                    <a:pt x="147" y="0"/>
                  </a:lnTo>
                  <a:lnTo>
                    <a:pt x="131" y="3"/>
                  </a:lnTo>
                  <a:lnTo>
                    <a:pt x="114" y="6"/>
                  </a:lnTo>
                  <a:lnTo>
                    <a:pt x="99" y="11"/>
                  </a:lnTo>
                  <a:lnTo>
                    <a:pt x="84" y="18"/>
                  </a:lnTo>
                  <a:lnTo>
                    <a:pt x="71" y="26"/>
                  </a:lnTo>
                  <a:lnTo>
                    <a:pt x="58" y="36"/>
                  </a:lnTo>
                  <a:lnTo>
                    <a:pt x="46" y="46"/>
                  </a:lnTo>
                  <a:lnTo>
                    <a:pt x="36" y="57"/>
                  </a:lnTo>
                  <a:lnTo>
                    <a:pt x="26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0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6" y="253"/>
                  </a:lnTo>
                  <a:lnTo>
                    <a:pt x="36" y="264"/>
                  </a:lnTo>
                  <a:lnTo>
                    <a:pt x="46" y="276"/>
                  </a:lnTo>
                  <a:lnTo>
                    <a:pt x="58" y="286"/>
                  </a:lnTo>
                  <a:lnTo>
                    <a:pt x="71" y="296"/>
                  </a:lnTo>
                  <a:lnTo>
                    <a:pt x="84" y="302"/>
                  </a:lnTo>
                  <a:lnTo>
                    <a:pt x="99" y="309"/>
                  </a:lnTo>
                  <a:lnTo>
                    <a:pt x="114" y="316"/>
                  </a:lnTo>
                  <a:lnTo>
                    <a:pt x="131" y="319"/>
                  </a:lnTo>
                  <a:lnTo>
                    <a:pt x="147" y="321"/>
                  </a:lnTo>
                  <a:lnTo>
                    <a:pt x="164" y="322"/>
                  </a:lnTo>
                  <a:lnTo>
                    <a:pt x="164" y="322"/>
                  </a:lnTo>
                  <a:lnTo>
                    <a:pt x="182" y="321"/>
                  </a:lnTo>
                  <a:lnTo>
                    <a:pt x="198" y="319"/>
                  </a:lnTo>
                  <a:lnTo>
                    <a:pt x="215" y="316"/>
                  </a:lnTo>
                  <a:lnTo>
                    <a:pt x="232" y="309"/>
                  </a:lnTo>
                  <a:lnTo>
                    <a:pt x="245" y="302"/>
                  </a:lnTo>
                  <a:lnTo>
                    <a:pt x="260" y="296"/>
                  </a:lnTo>
                  <a:lnTo>
                    <a:pt x="271" y="286"/>
                  </a:lnTo>
                  <a:lnTo>
                    <a:pt x="283" y="276"/>
                  </a:lnTo>
                  <a:lnTo>
                    <a:pt x="294" y="264"/>
                  </a:lnTo>
                  <a:lnTo>
                    <a:pt x="303" y="253"/>
                  </a:lnTo>
                  <a:lnTo>
                    <a:pt x="311" y="239"/>
                  </a:lnTo>
                  <a:lnTo>
                    <a:pt x="318" y="225"/>
                  </a:lnTo>
                  <a:lnTo>
                    <a:pt x="323" y="210"/>
                  </a:lnTo>
                  <a:lnTo>
                    <a:pt x="328" y="195"/>
                  </a:lnTo>
                  <a:lnTo>
                    <a:pt x="329" y="178"/>
                  </a:lnTo>
                  <a:lnTo>
                    <a:pt x="331" y="160"/>
                  </a:lnTo>
                  <a:lnTo>
                    <a:pt x="331" y="160"/>
                  </a:lnTo>
                  <a:lnTo>
                    <a:pt x="329" y="143"/>
                  </a:lnTo>
                  <a:lnTo>
                    <a:pt x="328" y="127"/>
                  </a:lnTo>
                  <a:lnTo>
                    <a:pt x="323" y="112"/>
                  </a:lnTo>
                  <a:lnTo>
                    <a:pt x="318" y="97"/>
                  </a:lnTo>
                  <a:lnTo>
                    <a:pt x="311" y="82"/>
                  </a:lnTo>
                  <a:lnTo>
                    <a:pt x="303" y="69"/>
                  </a:lnTo>
                  <a:lnTo>
                    <a:pt x="294" y="57"/>
                  </a:lnTo>
                  <a:lnTo>
                    <a:pt x="283" y="46"/>
                  </a:lnTo>
                  <a:lnTo>
                    <a:pt x="271" y="36"/>
                  </a:lnTo>
                  <a:lnTo>
                    <a:pt x="260" y="26"/>
                  </a:lnTo>
                  <a:lnTo>
                    <a:pt x="245" y="18"/>
                  </a:lnTo>
                  <a:lnTo>
                    <a:pt x="232" y="11"/>
                  </a:lnTo>
                  <a:lnTo>
                    <a:pt x="215" y="6"/>
                  </a:lnTo>
                  <a:lnTo>
                    <a:pt x="198" y="3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64" y="0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2" y="239"/>
                  </a:lnTo>
                  <a:lnTo>
                    <a:pt x="119" y="231"/>
                  </a:lnTo>
                  <a:lnTo>
                    <a:pt x="106" y="221"/>
                  </a:lnTo>
                  <a:lnTo>
                    <a:pt x="98" y="210"/>
                  </a:lnTo>
                  <a:lnTo>
                    <a:pt x="89" y="195"/>
                  </a:lnTo>
                  <a:lnTo>
                    <a:pt x="84" y="178"/>
                  </a:lnTo>
                  <a:lnTo>
                    <a:pt x="83" y="160"/>
                  </a:lnTo>
                  <a:lnTo>
                    <a:pt x="83" y="160"/>
                  </a:lnTo>
                  <a:lnTo>
                    <a:pt x="84" y="143"/>
                  </a:lnTo>
                  <a:lnTo>
                    <a:pt x="89" y="127"/>
                  </a:lnTo>
                  <a:lnTo>
                    <a:pt x="98" y="112"/>
                  </a:lnTo>
                  <a:lnTo>
                    <a:pt x="106" y="100"/>
                  </a:lnTo>
                  <a:lnTo>
                    <a:pt x="119" y="91"/>
                  </a:lnTo>
                  <a:lnTo>
                    <a:pt x="132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2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3" y="100"/>
                  </a:lnTo>
                  <a:lnTo>
                    <a:pt x="233" y="112"/>
                  </a:lnTo>
                  <a:lnTo>
                    <a:pt x="240" y="127"/>
                  </a:lnTo>
                  <a:lnTo>
                    <a:pt x="245" y="143"/>
                  </a:lnTo>
                  <a:lnTo>
                    <a:pt x="246" y="160"/>
                  </a:lnTo>
                  <a:lnTo>
                    <a:pt x="246" y="160"/>
                  </a:lnTo>
                  <a:lnTo>
                    <a:pt x="245" y="178"/>
                  </a:lnTo>
                  <a:lnTo>
                    <a:pt x="240" y="195"/>
                  </a:lnTo>
                  <a:lnTo>
                    <a:pt x="233" y="210"/>
                  </a:lnTo>
                  <a:lnTo>
                    <a:pt x="223" y="221"/>
                  </a:lnTo>
                  <a:lnTo>
                    <a:pt x="210" y="231"/>
                  </a:lnTo>
                  <a:lnTo>
                    <a:pt x="197" y="239"/>
                  </a:lnTo>
                  <a:lnTo>
                    <a:pt x="182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5" name="Freeform 12__shp_black__s1">
              <a:extLst>
                <a:ext uri="{FF2B5EF4-FFF2-40B4-BE49-F238E27FC236}">
                  <a16:creationId xmlns:a16="http://schemas.microsoft.com/office/drawing/2014/main" id="{67434B54-DAED-177B-C416-8047BA792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2138" y="4920933"/>
              <a:ext cx="113619" cy="122531"/>
            </a:xfrm>
            <a:custGeom>
              <a:avLst/>
              <a:gdLst>
                <a:gd name="T0" fmla="*/ 406 w 409"/>
                <a:gd name="T1" fmla="*/ 0 h 442"/>
                <a:gd name="T2" fmla="*/ 303 w 409"/>
                <a:gd name="T3" fmla="*/ 0 h 442"/>
                <a:gd name="T4" fmla="*/ 205 w 409"/>
                <a:gd name="T5" fmla="*/ 151 h 442"/>
                <a:gd name="T6" fmla="*/ 108 w 409"/>
                <a:gd name="T7" fmla="*/ 0 h 442"/>
                <a:gd name="T8" fmla="*/ 5 w 409"/>
                <a:gd name="T9" fmla="*/ 0 h 442"/>
                <a:gd name="T10" fmla="*/ 151 w 409"/>
                <a:gd name="T11" fmla="*/ 217 h 442"/>
                <a:gd name="T12" fmla="*/ 0 w 409"/>
                <a:gd name="T13" fmla="*/ 442 h 442"/>
                <a:gd name="T14" fmla="*/ 103 w 409"/>
                <a:gd name="T15" fmla="*/ 442 h 442"/>
                <a:gd name="T16" fmla="*/ 204 w 409"/>
                <a:gd name="T17" fmla="*/ 285 h 442"/>
                <a:gd name="T18" fmla="*/ 306 w 409"/>
                <a:gd name="T19" fmla="*/ 442 h 442"/>
                <a:gd name="T20" fmla="*/ 409 w 409"/>
                <a:gd name="T21" fmla="*/ 442 h 442"/>
                <a:gd name="T22" fmla="*/ 258 w 409"/>
                <a:gd name="T23" fmla="*/ 217 h 442"/>
                <a:gd name="T24" fmla="*/ 406 w 409"/>
                <a:gd name="T25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9" h="442">
                  <a:moveTo>
                    <a:pt x="406" y="0"/>
                  </a:moveTo>
                  <a:lnTo>
                    <a:pt x="303" y="0"/>
                  </a:lnTo>
                  <a:lnTo>
                    <a:pt x="205" y="151"/>
                  </a:lnTo>
                  <a:lnTo>
                    <a:pt x="108" y="0"/>
                  </a:lnTo>
                  <a:lnTo>
                    <a:pt x="5" y="0"/>
                  </a:lnTo>
                  <a:lnTo>
                    <a:pt x="151" y="217"/>
                  </a:lnTo>
                  <a:lnTo>
                    <a:pt x="0" y="442"/>
                  </a:lnTo>
                  <a:lnTo>
                    <a:pt x="103" y="442"/>
                  </a:lnTo>
                  <a:lnTo>
                    <a:pt x="204" y="285"/>
                  </a:lnTo>
                  <a:lnTo>
                    <a:pt x="306" y="442"/>
                  </a:lnTo>
                  <a:lnTo>
                    <a:pt x="409" y="442"/>
                  </a:lnTo>
                  <a:lnTo>
                    <a:pt x="258" y="217"/>
                  </a:lnTo>
                  <a:lnTo>
                    <a:pt x="40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6" name="Freeform 13__shp_black__s1">
              <a:extLst>
                <a:ext uri="{FF2B5EF4-FFF2-40B4-BE49-F238E27FC236}">
                  <a16:creationId xmlns:a16="http://schemas.microsoft.com/office/drawing/2014/main" id="{541E3B30-91FB-3A6D-F5D2-D7B0C96B12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0187" y="4956021"/>
              <a:ext cx="89670" cy="90227"/>
            </a:xfrm>
            <a:custGeom>
              <a:avLst/>
              <a:gdLst>
                <a:gd name="T0" fmla="*/ 240 w 321"/>
                <a:gd name="T1" fmla="*/ 41 h 322"/>
                <a:gd name="T2" fmla="*/ 223 w 321"/>
                <a:gd name="T3" fmla="*/ 24 h 322"/>
                <a:gd name="T4" fmla="*/ 203 w 321"/>
                <a:gd name="T5" fmla="*/ 11 h 322"/>
                <a:gd name="T6" fmla="*/ 179 w 321"/>
                <a:gd name="T7" fmla="*/ 3 h 322"/>
                <a:gd name="T8" fmla="*/ 149 w 321"/>
                <a:gd name="T9" fmla="*/ 0 h 322"/>
                <a:gd name="T10" fmla="*/ 134 w 321"/>
                <a:gd name="T11" fmla="*/ 0 h 322"/>
                <a:gd name="T12" fmla="*/ 104 w 321"/>
                <a:gd name="T13" fmla="*/ 6 h 322"/>
                <a:gd name="T14" fmla="*/ 78 w 321"/>
                <a:gd name="T15" fmla="*/ 18 h 322"/>
                <a:gd name="T16" fmla="*/ 53 w 321"/>
                <a:gd name="T17" fmla="*/ 36 h 322"/>
                <a:gd name="T18" fmla="*/ 33 w 321"/>
                <a:gd name="T19" fmla="*/ 57 h 322"/>
                <a:gd name="T20" fmla="*/ 18 w 321"/>
                <a:gd name="T21" fmla="*/ 82 h 322"/>
                <a:gd name="T22" fmla="*/ 7 w 321"/>
                <a:gd name="T23" fmla="*/ 112 h 322"/>
                <a:gd name="T24" fmla="*/ 2 w 321"/>
                <a:gd name="T25" fmla="*/ 143 h 322"/>
                <a:gd name="T26" fmla="*/ 0 w 321"/>
                <a:gd name="T27" fmla="*/ 160 h 322"/>
                <a:gd name="T28" fmla="*/ 3 w 321"/>
                <a:gd name="T29" fmla="*/ 195 h 322"/>
                <a:gd name="T30" fmla="*/ 12 w 321"/>
                <a:gd name="T31" fmla="*/ 225 h 322"/>
                <a:gd name="T32" fmla="*/ 25 w 321"/>
                <a:gd name="T33" fmla="*/ 253 h 322"/>
                <a:gd name="T34" fmla="*/ 43 w 321"/>
                <a:gd name="T35" fmla="*/ 276 h 322"/>
                <a:gd name="T36" fmla="*/ 64 w 321"/>
                <a:gd name="T37" fmla="*/ 296 h 322"/>
                <a:gd name="T38" fmla="*/ 89 w 321"/>
                <a:gd name="T39" fmla="*/ 309 h 322"/>
                <a:gd name="T40" fmla="*/ 117 w 321"/>
                <a:gd name="T41" fmla="*/ 319 h 322"/>
                <a:gd name="T42" fmla="*/ 149 w 321"/>
                <a:gd name="T43" fmla="*/ 322 h 322"/>
                <a:gd name="T44" fmla="*/ 164 w 321"/>
                <a:gd name="T45" fmla="*/ 321 h 322"/>
                <a:gd name="T46" fmla="*/ 192 w 321"/>
                <a:gd name="T47" fmla="*/ 316 h 322"/>
                <a:gd name="T48" fmla="*/ 213 w 321"/>
                <a:gd name="T49" fmla="*/ 304 h 322"/>
                <a:gd name="T50" fmla="*/ 233 w 321"/>
                <a:gd name="T51" fmla="*/ 289 h 322"/>
                <a:gd name="T52" fmla="*/ 240 w 321"/>
                <a:gd name="T53" fmla="*/ 314 h 322"/>
                <a:gd name="T54" fmla="*/ 321 w 321"/>
                <a:gd name="T55" fmla="*/ 8 h 322"/>
                <a:gd name="T56" fmla="*/ 240 w 321"/>
                <a:gd name="T57" fmla="*/ 41 h 322"/>
                <a:gd name="T58" fmla="*/ 164 w 321"/>
                <a:gd name="T59" fmla="*/ 244 h 322"/>
                <a:gd name="T60" fmla="*/ 131 w 321"/>
                <a:gd name="T61" fmla="*/ 238 h 322"/>
                <a:gd name="T62" fmla="*/ 106 w 321"/>
                <a:gd name="T63" fmla="*/ 220 h 322"/>
                <a:gd name="T64" fmla="*/ 91 w 321"/>
                <a:gd name="T65" fmla="*/ 193 h 322"/>
                <a:gd name="T66" fmla="*/ 84 w 321"/>
                <a:gd name="T67" fmla="*/ 160 h 322"/>
                <a:gd name="T68" fmla="*/ 86 w 321"/>
                <a:gd name="T69" fmla="*/ 143 h 322"/>
                <a:gd name="T70" fmla="*/ 98 w 321"/>
                <a:gd name="T71" fmla="*/ 114 h 322"/>
                <a:gd name="T72" fmla="*/ 117 w 321"/>
                <a:gd name="T73" fmla="*/ 91 h 322"/>
                <a:gd name="T74" fmla="*/ 147 w 321"/>
                <a:gd name="T75" fmla="*/ 77 h 322"/>
                <a:gd name="T76" fmla="*/ 164 w 321"/>
                <a:gd name="T77" fmla="*/ 76 h 322"/>
                <a:gd name="T78" fmla="*/ 197 w 321"/>
                <a:gd name="T79" fmla="*/ 82 h 322"/>
                <a:gd name="T80" fmla="*/ 222 w 321"/>
                <a:gd name="T81" fmla="*/ 100 h 322"/>
                <a:gd name="T82" fmla="*/ 237 w 321"/>
                <a:gd name="T83" fmla="*/ 127 h 322"/>
                <a:gd name="T84" fmla="*/ 243 w 321"/>
                <a:gd name="T85" fmla="*/ 160 h 322"/>
                <a:gd name="T86" fmla="*/ 241 w 321"/>
                <a:gd name="T87" fmla="*/ 178 h 322"/>
                <a:gd name="T88" fmla="*/ 230 w 321"/>
                <a:gd name="T89" fmla="*/ 208 h 322"/>
                <a:gd name="T90" fmla="*/ 210 w 321"/>
                <a:gd name="T91" fmla="*/ 231 h 322"/>
                <a:gd name="T92" fmla="*/ 180 w 321"/>
                <a:gd name="T93" fmla="*/ 243 h 322"/>
                <a:gd name="T94" fmla="*/ 164 w 321"/>
                <a:gd name="T95" fmla="*/ 24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1" h="322">
                  <a:moveTo>
                    <a:pt x="240" y="41"/>
                  </a:moveTo>
                  <a:lnTo>
                    <a:pt x="240" y="41"/>
                  </a:lnTo>
                  <a:lnTo>
                    <a:pt x="233" y="33"/>
                  </a:lnTo>
                  <a:lnTo>
                    <a:pt x="223" y="24"/>
                  </a:lnTo>
                  <a:lnTo>
                    <a:pt x="213" y="18"/>
                  </a:lnTo>
                  <a:lnTo>
                    <a:pt x="203" y="11"/>
                  </a:lnTo>
                  <a:lnTo>
                    <a:pt x="190" y="6"/>
                  </a:lnTo>
                  <a:lnTo>
                    <a:pt x="179" y="3"/>
                  </a:lnTo>
                  <a:lnTo>
                    <a:pt x="164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34" y="0"/>
                  </a:lnTo>
                  <a:lnTo>
                    <a:pt x="117" y="3"/>
                  </a:lnTo>
                  <a:lnTo>
                    <a:pt x="104" y="6"/>
                  </a:lnTo>
                  <a:lnTo>
                    <a:pt x="89" y="11"/>
                  </a:lnTo>
                  <a:lnTo>
                    <a:pt x="78" y="18"/>
                  </a:lnTo>
                  <a:lnTo>
                    <a:pt x="64" y="26"/>
                  </a:lnTo>
                  <a:lnTo>
                    <a:pt x="53" y="36"/>
                  </a:lnTo>
                  <a:lnTo>
                    <a:pt x="43" y="46"/>
                  </a:lnTo>
                  <a:lnTo>
                    <a:pt x="33" y="57"/>
                  </a:lnTo>
                  <a:lnTo>
                    <a:pt x="25" y="69"/>
                  </a:lnTo>
                  <a:lnTo>
                    <a:pt x="18" y="82"/>
                  </a:lnTo>
                  <a:lnTo>
                    <a:pt x="12" y="97"/>
                  </a:lnTo>
                  <a:lnTo>
                    <a:pt x="7" y="112"/>
                  </a:lnTo>
                  <a:lnTo>
                    <a:pt x="3" y="127"/>
                  </a:lnTo>
                  <a:lnTo>
                    <a:pt x="2" y="143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2" y="178"/>
                  </a:lnTo>
                  <a:lnTo>
                    <a:pt x="3" y="195"/>
                  </a:lnTo>
                  <a:lnTo>
                    <a:pt x="7" y="210"/>
                  </a:lnTo>
                  <a:lnTo>
                    <a:pt x="12" y="225"/>
                  </a:lnTo>
                  <a:lnTo>
                    <a:pt x="18" y="239"/>
                  </a:lnTo>
                  <a:lnTo>
                    <a:pt x="25" y="253"/>
                  </a:lnTo>
                  <a:lnTo>
                    <a:pt x="33" y="264"/>
                  </a:lnTo>
                  <a:lnTo>
                    <a:pt x="43" y="276"/>
                  </a:lnTo>
                  <a:lnTo>
                    <a:pt x="53" y="286"/>
                  </a:lnTo>
                  <a:lnTo>
                    <a:pt x="64" y="296"/>
                  </a:lnTo>
                  <a:lnTo>
                    <a:pt x="78" y="302"/>
                  </a:lnTo>
                  <a:lnTo>
                    <a:pt x="89" y="309"/>
                  </a:lnTo>
                  <a:lnTo>
                    <a:pt x="104" y="316"/>
                  </a:lnTo>
                  <a:lnTo>
                    <a:pt x="117" y="319"/>
                  </a:lnTo>
                  <a:lnTo>
                    <a:pt x="134" y="321"/>
                  </a:lnTo>
                  <a:lnTo>
                    <a:pt x="149" y="322"/>
                  </a:lnTo>
                  <a:lnTo>
                    <a:pt x="149" y="322"/>
                  </a:lnTo>
                  <a:lnTo>
                    <a:pt x="164" y="321"/>
                  </a:lnTo>
                  <a:lnTo>
                    <a:pt x="179" y="319"/>
                  </a:lnTo>
                  <a:lnTo>
                    <a:pt x="192" y="316"/>
                  </a:lnTo>
                  <a:lnTo>
                    <a:pt x="203" y="311"/>
                  </a:lnTo>
                  <a:lnTo>
                    <a:pt x="213" y="304"/>
                  </a:lnTo>
                  <a:lnTo>
                    <a:pt x="223" y="297"/>
                  </a:lnTo>
                  <a:lnTo>
                    <a:pt x="233" y="289"/>
                  </a:lnTo>
                  <a:lnTo>
                    <a:pt x="240" y="281"/>
                  </a:lnTo>
                  <a:lnTo>
                    <a:pt x="240" y="314"/>
                  </a:lnTo>
                  <a:lnTo>
                    <a:pt x="321" y="314"/>
                  </a:lnTo>
                  <a:lnTo>
                    <a:pt x="321" y="8"/>
                  </a:lnTo>
                  <a:lnTo>
                    <a:pt x="240" y="8"/>
                  </a:lnTo>
                  <a:lnTo>
                    <a:pt x="240" y="41"/>
                  </a:lnTo>
                  <a:close/>
                  <a:moveTo>
                    <a:pt x="164" y="244"/>
                  </a:moveTo>
                  <a:lnTo>
                    <a:pt x="164" y="244"/>
                  </a:lnTo>
                  <a:lnTo>
                    <a:pt x="147" y="243"/>
                  </a:lnTo>
                  <a:lnTo>
                    <a:pt x="131" y="238"/>
                  </a:lnTo>
                  <a:lnTo>
                    <a:pt x="117" y="231"/>
                  </a:lnTo>
                  <a:lnTo>
                    <a:pt x="106" y="220"/>
                  </a:lnTo>
                  <a:lnTo>
                    <a:pt x="98" y="208"/>
                  </a:lnTo>
                  <a:lnTo>
                    <a:pt x="91" y="193"/>
                  </a:lnTo>
                  <a:lnTo>
                    <a:pt x="86" y="178"/>
                  </a:lnTo>
                  <a:lnTo>
                    <a:pt x="84" y="160"/>
                  </a:lnTo>
                  <a:lnTo>
                    <a:pt x="84" y="160"/>
                  </a:lnTo>
                  <a:lnTo>
                    <a:pt x="86" y="143"/>
                  </a:lnTo>
                  <a:lnTo>
                    <a:pt x="91" y="127"/>
                  </a:lnTo>
                  <a:lnTo>
                    <a:pt x="98" y="114"/>
                  </a:lnTo>
                  <a:lnTo>
                    <a:pt x="106" y="100"/>
                  </a:lnTo>
                  <a:lnTo>
                    <a:pt x="117" y="91"/>
                  </a:lnTo>
                  <a:lnTo>
                    <a:pt x="131" y="82"/>
                  </a:lnTo>
                  <a:lnTo>
                    <a:pt x="147" y="77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80" y="77"/>
                  </a:lnTo>
                  <a:lnTo>
                    <a:pt x="197" y="82"/>
                  </a:lnTo>
                  <a:lnTo>
                    <a:pt x="210" y="91"/>
                  </a:lnTo>
                  <a:lnTo>
                    <a:pt x="222" y="100"/>
                  </a:lnTo>
                  <a:lnTo>
                    <a:pt x="230" y="112"/>
                  </a:lnTo>
                  <a:lnTo>
                    <a:pt x="237" y="127"/>
                  </a:lnTo>
                  <a:lnTo>
                    <a:pt x="241" y="143"/>
                  </a:lnTo>
                  <a:lnTo>
                    <a:pt x="243" y="160"/>
                  </a:lnTo>
                  <a:lnTo>
                    <a:pt x="243" y="160"/>
                  </a:lnTo>
                  <a:lnTo>
                    <a:pt x="241" y="178"/>
                  </a:lnTo>
                  <a:lnTo>
                    <a:pt x="237" y="195"/>
                  </a:lnTo>
                  <a:lnTo>
                    <a:pt x="230" y="208"/>
                  </a:lnTo>
                  <a:lnTo>
                    <a:pt x="222" y="221"/>
                  </a:lnTo>
                  <a:lnTo>
                    <a:pt x="210" y="231"/>
                  </a:lnTo>
                  <a:lnTo>
                    <a:pt x="197" y="238"/>
                  </a:lnTo>
                  <a:lnTo>
                    <a:pt x="180" y="243"/>
                  </a:lnTo>
                  <a:lnTo>
                    <a:pt x="164" y="244"/>
                  </a:lnTo>
                  <a:lnTo>
                    <a:pt x="164" y="2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  <p:sp>
          <p:nvSpPr>
            <p:cNvPr id="177" name="Freeform 14__shp_black__s1">
              <a:extLst>
                <a:ext uri="{FF2B5EF4-FFF2-40B4-BE49-F238E27FC236}">
                  <a16:creationId xmlns:a16="http://schemas.microsoft.com/office/drawing/2014/main" id="{49AC85BF-9931-E9BD-64E4-1A08E01D3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895" y="4956021"/>
              <a:ext cx="138125" cy="87442"/>
            </a:xfrm>
            <a:custGeom>
              <a:avLst/>
              <a:gdLst>
                <a:gd name="T0" fmla="*/ 376 w 497"/>
                <a:gd name="T1" fmla="*/ 0 h 314"/>
                <a:gd name="T2" fmla="*/ 346 w 497"/>
                <a:gd name="T3" fmla="*/ 3 h 314"/>
                <a:gd name="T4" fmla="*/ 318 w 497"/>
                <a:gd name="T5" fmla="*/ 11 h 314"/>
                <a:gd name="T6" fmla="*/ 293 w 497"/>
                <a:gd name="T7" fmla="*/ 28 h 314"/>
                <a:gd name="T8" fmla="*/ 272 w 497"/>
                <a:gd name="T9" fmla="*/ 53 h 314"/>
                <a:gd name="T10" fmla="*/ 264 w 497"/>
                <a:gd name="T11" fmla="*/ 41 h 314"/>
                <a:gd name="T12" fmla="*/ 244 w 497"/>
                <a:gd name="T13" fmla="*/ 21 h 314"/>
                <a:gd name="T14" fmla="*/ 217 w 497"/>
                <a:gd name="T15" fmla="*/ 8 h 314"/>
                <a:gd name="T16" fmla="*/ 187 w 497"/>
                <a:gd name="T17" fmla="*/ 0 h 314"/>
                <a:gd name="T18" fmla="*/ 171 w 497"/>
                <a:gd name="T19" fmla="*/ 0 h 314"/>
                <a:gd name="T20" fmla="*/ 146 w 497"/>
                <a:gd name="T21" fmla="*/ 1 h 314"/>
                <a:gd name="T22" fmla="*/ 121 w 497"/>
                <a:gd name="T23" fmla="*/ 9 h 314"/>
                <a:gd name="T24" fmla="*/ 100 w 497"/>
                <a:gd name="T25" fmla="*/ 23 h 314"/>
                <a:gd name="T26" fmla="*/ 82 w 497"/>
                <a:gd name="T27" fmla="*/ 44 h 314"/>
                <a:gd name="T28" fmla="*/ 0 w 497"/>
                <a:gd name="T29" fmla="*/ 8 h 314"/>
                <a:gd name="T30" fmla="*/ 83 w 497"/>
                <a:gd name="T31" fmla="*/ 314 h 314"/>
                <a:gd name="T32" fmla="*/ 83 w 497"/>
                <a:gd name="T33" fmla="*/ 147 h 314"/>
                <a:gd name="T34" fmla="*/ 88 w 497"/>
                <a:gd name="T35" fmla="*/ 115 h 314"/>
                <a:gd name="T36" fmla="*/ 103 w 497"/>
                <a:gd name="T37" fmla="*/ 94 h 314"/>
                <a:gd name="T38" fmla="*/ 123 w 497"/>
                <a:gd name="T39" fmla="*/ 81 h 314"/>
                <a:gd name="T40" fmla="*/ 148 w 497"/>
                <a:gd name="T41" fmla="*/ 77 h 314"/>
                <a:gd name="T42" fmla="*/ 161 w 497"/>
                <a:gd name="T43" fmla="*/ 77 h 314"/>
                <a:gd name="T44" fmla="*/ 184 w 497"/>
                <a:gd name="T45" fmla="*/ 87 h 314"/>
                <a:gd name="T46" fmla="*/ 199 w 497"/>
                <a:gd name="T47" fmla="*/ 104 h 314"/>
                <a:gd name="T48" fmla="*/ 207 w 497"/>
                <a:gd name="T49" fmla="*/ 130 h 314"/>
                <a:gd name="T50" fmla="*/ 207 w 497"/>
                <a:gd name="T51" fmla="*/ 314 h 314"/>
                <a:gd name="T52" fmla="*/ 290 w 497"/>
                <a:gd name="T53" fmla="*/ 147 h 314"/>
                <a:gd name="T54" fmla="*/ 292 w 497"/>
                <a:gd name="T55" fmla="*/ 130 h 314"/>
                <a:gd name="T56" fmla="*/ 302 w 497"/>
                <a:gd name="T57" fmla="*/ 104 h 314"/>
                <a:gd name="T58" fmla="*/ 320 w 497"/>
                <a:gd name="T59" fmla="*/ 87 h 314"/>
                <a:gd name="T60" fmla="*/ 343 w 497"/>
                <a:gd name="T61" fmla="*/ 77 h 314"/>
                <a:gd name="T62" fmla="*/ 354 w 497"/>
                <a:gd name="T63" fmla="*/ 77 h 314"/>
                <a:gd name="T64" fmla="*/ 381 w 497"/>
                <a:gd name="T65" fmla="*/ 81 h 314"/>
                <a:gd name="T66" fmla="*/ 399 w 497"/>
                <a:gd name="T67" fmla="*/ 94 h 314"/>
                <a:gd name="T68" fmla="*/ 411 w 497"/>
                <a:gd name="T69" fmla="*/ 115 h 314"/>
                <a:gd name="T70" fmla="*/ 416 w 497"/>
                <a:gd name="T71" fmla="*/ 145 h 314"/>
                <a:gd name="T72" fmla="*/ 497 w 497"/>
                <a:gd name="T73" fmla="*/ 314 h 314"/>
                <a:gd name="T74" fmla="*/ 497 w 497"/>
                <a:gd name="T75" fmla="*/ 119 h 314"/>
                <a:gd name="T76" fmla="*/ 495 w 497"/>
                <a:gd name="T77" fmla="*/ 94 h 314"/>
                <a:gd name="T78" fmla="*/ 488 w 497"/>
                <a:gd name="T79" fmla="*/ 71 h 314"/>
                <a:gd name="T80" fmla="*/ 479 w 497"/>
                <a:gd name="T81" fmla="*/ 49 h 314"/>
                <a:gd name="T82" fmla="*/ 464 w 497"/>
                <a:gd name="T83" fmla="*/ 33 h 314"/>
                <a:gd name="T84" fmla="*/ 445 w 497"/>
                <a:gd name="T85" fmla="*/ 18 h 314"/>
                <a:gd name="T86" fmla="*/ 426 w 497"/>
                <a:gd name="T87" fmla="*/ 8 h 314"/>
                <a:gd name="T88" fmla="*/ 402 w 497"/>
                <a:gd name="T89" fmla="*/ 1 h 314"/>
                <a:gd name="T90" fmla="*/ 376 w 497"/>
                <a:gd name="T9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97" h="314">
                  <a:moveTo>
                    <a:pt x="376" y="0"/>
                  </a:moveTo>
                  <a:lnTo>
                    <a:pt x="376" y="0"/>
                  </a:lnTo>
                  <a:lnTo>
                    <a:pt x="361" y="0"/>
                  </a:lnTo>
                  <a:lnTo>
                    <a:pt x="346" y="3"/>
                  </a:lnTo>
                  <a:lnTo>
                    <a:pt x="331" y="6"/>
                  </a:lnTo>
                  <a:lnTo>
                    <a:pt x="318" y="11"/>
                  </a:lnTo>
                  <a:lnTo>
                    <a:pt x="305" y="18"/>
                  </a:lnTo>
                  <a:lnTo>
                    <a:pt x="293" y="28"/>
                  </a:lnTo>
                  <a:lnTo>
                    <a:pt x="282" y="39"/>
                  </a:lnTo>
                  <a:lnTo>
                    <a:pt x="272" y="53"/>
                  </a:lnTo>
                  <a:lnTo>
                    <a:pt x="272" y="53"/>
                  </a:lnTo>
                  <a:lnTo>
                    <a:pt x="264" y="41"/>
                  </a:lnTo>
                  <a:lnTo>
                    <a:pt x="254" y="29"/>
                  </a:lnTo>
                  <a:lnTo>
                    <a:pt x="244" y="21"/>
                  </a:lnTo>
                  <a:lnTo>
                    <a:pt x="230" y="13"/>
                  </a:lnTo>
                  <a:lnTo>
                    <a:pt x="217" y="8"/>
                  </a:lnTo>
                  <a:lnTo>
                    <a:pt x="202" y="3"/>
                  </a:lnTo>
                  <a:lnTo>
                    <a:pt x="187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58" y="0"/>
                  </a:lnTo>
                  <a:lnTo>
                    <a:pt x="146" y="1"/>
                  </a:lnTo>
                  <a:lnTo>
                    <a:pt x="133" y="5"/>
                  </a:lnTo>
                  <a:lnTo>
                    <a:pt x="121" y="9"/>
                  </a:lnTo>
                  <a:lnTo>
                    <a:pt x="110" y="16"/>
                  </a:lnTo>
                  <a:lnTo>
                    <a:pt x="100" y="23"/>
                  </a:lnTo>
                  <a:lnTo>
                    <a:pt x="90" y="33"/>
                  </a:lnTo>
                  <a:lnTo>
                    <a:pt x="82" y="44"/>
                  </a:lnTo>
                  <a:lnTo>
                    <a:pt x="82" y="8"/>
                  </a:lnTo>
                  <a:lnTo>
                    <a:pt x="0" y="8"/>
                  </a:lnTo>
                  <a:lnTo>
                    <a:pt x="0" y="314"/>
                  </a:lnTo>
                  <a:lnTo>
                    <a:pt x="83" y="314"/>
                  </a:lnTo>
                  <a:lnTo>
                    <a:pt x="83" y="147"/>
                  </a:lnTo>
                  <a:lnTo>
                    <a:pt x="83" y="147"/>
                  </a:lnTo>
                  <a:lnTo>
                    <a:pt x="85" y="130"/>
                  </a:lnTo>
                  <a:lnTo>
                    <a:pt x="88" y="115"/>
                  </a:lnTo>
                  <a:lnTo>
                    <a:pt x="95" y="104"/>
                  </a:lnTo>
                  <a:lnTo>
                    <a:pt x="103" y="94"/>
                  </a:lnTo>
                  <a:lnTo>
                    <a:pt x="113" y="87"/>
                  </a:lnTo>
                  <a:lnTo>
                    <a:pt x="123" y="81"/>
                  </a:lnTo>
                  <a:lnTo>
                    <a:pt x="134" y="77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61" y="77"/>
                  </a:lnTo>
                  <a:lnTo>
                    <a:pt x="174" y="81"/>
                  </a:lnTo>
                  <a:lnTo>
                    <a:pt x="184" y="87"/>
                  </a:lnTo>
                  <a:lnTo>
                    <a:pt x="192" y="94"/>
                  </a:lnTo>
                  <a:lnTo>
                    <a:pt x="199" y="104"/>
                  </a:lnTo>
                  <a:lnTo>
                    <a:pt x="204" y="115"/>
                  </a:lnTo>
                  <a:lnTo>
                    <a:pt x="207" y="130"/>
                  </a:lnTo>
                  <a:lnTo>
                    <a:pt x="207" y="145"/>
                  </a:lnTo>
                  <a:lnTo>
                    <a:pt x="207" y="314"/>
                  </a:lnTo>
                  <a:lnTo>
                    <a:pt x="290" y="314"/>
                  </a:lnTo>
                  <a:lnTo>
                    <a:pt x="290" y="147"/>
                  </a:lnTo>
                  <a:lnTo>
                    <a:pt x="290" y="147"/>
                  </a:lnTo>
                  <a:lnTo>
                    <a:pt x="292" y="130"/>
                  </a:lnTo>
                  <a:lnTo>
                    <a:pt x="295" y="115"/>
                  </a:lnTo>
                  <a:lnTo>
                    <a:pt x="302" y="104"/>
                  </a:lnTo>
                  <a:lnTo>
                    <a:pt x="310" y="94"/>
                  </a:lnTo>
                  <a:lnTo>
                    <a:pt x="320" y="87"/>
                  </a:lnTo>
                  <a:lnTo>
                    <a:pt x="330" y="81"/>
                  </a:lnTo>
                  <a:lnTo>
                    <a:pt x="343" y="77"/>
                  </a:lnTo>
                  <a:lnTo>
                    <a:pt x="354" y="77"/>
                  </a:lnTo>
                  <a:lnTo>
                    <a:pt x="354" y="77"/>
                  </a:lnTo>
                  <a:lnTo>
                    <a:pt x="368" y="77"/>
                  </a:lnTo>
                  <a:lnTo>
                    <a:pt x="381" y="81"/>
                  </a:lnTo>
                  <a:lnTo>
                    <a:pt x="391" y="87"/>
                  </a:lnTo>
                  <a:lnTo>
                    <a:pt x="399" y="94"/>
                  </a:lnTo>
                  <a:lnTo>
                    <a:pt x="406" y="104"/>
                  </a:lnTo>
                  <a:lnTo>
                    <a:pt x="411" y="115"/>
                  </a:lnTo>
                  <a:lnTo>
                    <a:pt x="414" y="130"/>
                  </a:lnTo>
                  <a:lnTo>
                    <a:pt x="416" y="145"/>
                  </a:lnTo>
                  <a:lnTo>
                    <a:pt x="416" y="314"/>
                  </a:lnTo>
                  <a:lnTo>
                    <a:pt x="497" y="314"/>
                  </a:lnTo>
                  <a:lnTo>
                    <a:pt x="497" y="119"/>
                  </a:lnTo>
                  <a:lnTo>
                    <a:pt x="497" y="119"/>
                  </a:lnTo>
                  <a:lnTo>
                    <a:pt x="497" y="105"/>
                  </a:lnTo>
                  <a:lnTo>
                    <a:pt x="495" y="94"/>
                  </a:lnTo>
                  <a:lnTo>
                    <a:pt x="492" y="82"/>
                  </a:lnTo>
                  <a:lnTo>
                    <a:pt x="488" y="71"/>
                  </a:lnTo>
                  <a:lnTo>
                    <a:pt x="484" y="59"/>
                  </a:lnTo>
                  <a:lnTo>
                    <a:pt x="479" y="49"/>
                  </a:lnTo>
                  <a:lnTo>
                    <a:pt x="472" y="41"/>
                  </a:lnTo>
                  <a:lnTo>
                    <a:pt x="464" y="33"/>
                  </a:lnTo>
                  <a:lnTo>
                    <a:pt x="455" y="24"/>
                  </a:lnTo>
                  <a:lnTo>
                    <a:pt x="445" y="18"/>
                  </a:lnTo>
                  <a:lnTo>
                    <a:pt x="436" y="13"/>
                  </a:lnTo>
                  <a:lnTo>
                    <a:pt x="426" y="8"/>
                  </a:lnTo>
                  <a:lnTo>
                    <a:pt x="414" y="5"/>
                  </a:lnTo>
                  <a:lnTo>
                    <a:pt x="402" y="1"/>
                  </a:lnTo>
                  <a:lnTo>
                    <a:pt x="38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en-US" sz="2400">
                <a:solidFill>
                  <a:srgbClr val="22211F"/>
                </a:solidFill>
              </a:endParaRP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EE88384-6671-DD65-91EE-B631188B92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34224"/>
              </p:ext>
            </p:extLst>
          </p:nvPr>
        </p:nvGraphicFramePr>
        <p:xfrm>
          <a:off x="339756" y="1167055"/>
          <a:ext cx="5035635" cy="2352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80052F5-877B-2690-93AB-F81879CE8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445828"/>
              </p:ext>
            </p:extLst>
          </p:nvPr>
        </p:nvGraphicFramePr>
        <p:xfrm>
          <a:off x="5738809" y="1124001"/>
          <a:ext cx="6113435" cy="48065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Existing  DQC -  Control  Type 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DH Version </a:t>
                      </a:r>
                      <a:endParaRPr lang="fr-F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Completeness Control - Business dictionary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Data Completeness - Historical Record Missing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Incorrect Data - </a:t>
                      </a:r>
                      <a:r>
                        <a:rPr lang="fr-FR" sz="1100" u="none" strike="noStrike" dirty="0" err="1">
                          <a:effectLst/>
                        </a:rPr>
                        <a:t>Deviation</a:t>
                      </a:r>
                      <a:r>
                        <a:rPr lang="fr-FR" sz="1100" u="none" strike="noStrike" dirty="0">
                          <a:effectLst/>
                        </a:rPr>
                        <a:t> </a:t>
                      </a:r>
                      <a:r>
                        <a:rPr lang="fr-FR" sz="1100" u="none" strike="noStrike" dirty="0" err="1">
                          <a:effectLst/>
                        </a:rPr>
                        <a:t>with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 err="1">
                          <a:effectLst/>
                        </a:rPr>
                        <a:t>Series</a:t>
                      </a:r>
                      <a:r>
                        <a:rPr lang="fr-FR" sz="1100" u="none" strike="noStrike" dirty="0">
                          <a:effectLst/>
                        </a:rPr>
                        <a:t> Data - </a:t>
                      </a:r>
                      <a:r>
                        <a:rPr lang="fr-FR" sz="1100" u="none" strike="noStrike" dirty="0" err="1">
                          <a:effectLst/>
                        </a:rPr>
                        <a:t>Equal</a:t>
                      </a:r>
                      <a:r>
                        <a:rPr lang="fr-FR" sz="1100" u="none" strike="noStrike" dirty="0">
                          <a:effectLst/>
                        </a:rPr>
                        <a:t> Sources - </a:t>
                      </a:r>
                      <a:r>
                        <a:rPr lang="fr-FR" sz="1100" u="none" strike="noStrike" dirty="0" err="1">
                          <a:effectLst/>
                        </a:rPr>
                        <a:t>MultiSource</a:t>
                      </a:r>
                      <a:r>
                        <a:rPr lang="fr-FR" sz="1100" u="none" strike="noStrike" dirty="0">
                          <a:effectLst/>
                        </a:rPr>
                        <a:t> List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If Series Direction is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No Equal Source - MultiSource List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Series Data - Series Direction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Series Data - Series Source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Series Data - Series Source - MultiSource List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Series Data - Series Source - Series Changed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7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Series Data - Series Source between Objects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Series Source without Reference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5974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Series Data - Series Source without Reference - MultiSource List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 err="1">
                          <a:effectLst/>
                        </a:rPr>
                        <a:t>Series</a:t>
                      </a:r>
                      <a:r>
                        <a:rPr lang="fr-FR" sz="1100" u="none" strike="noStrike" dirty="0">
                          <a:effectLst/>
                        </a:rPr>
                        <a:t> Data - </a:t>
                      </a:r>
                      <a:r>
                        <a:rPr lang="fr-FR" sz="1100" u="none" strike="noStrike" dirty="0" err="1">
                          <a:effectLst/>
                        </a:rPr>
                        <a:t>Series</a:t>
                      </a:r>
                      <a:r>
                        <a:rPr lang="fr-FR" sz="1100" u="none" strike="noStrike" dirty="0">
                          <a:effectLst/>
                        </a:rPr>
                        <a:t> Standard </a:t>
                      </a:r>
                      <a:r>
                        <a:rPr lang="fr-FR" sz="1100" u="none" strike="noStrike" dirty="0" err="1">
                          <a:effectLst/>
                        </a:rPr>
                        <a:t>Deviation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Suspect Data - Change</a:t>
                      </a:r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Suspect Data - Change Compared to Reference Source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Suspect Data - Creation and Change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Suspect Data - Only one Unchanged Source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0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Technical Check - Conversion Mapping Error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Technical Check - Custom Script</a:t>
                      </a:r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7.5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838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 err="1">
                          <a:effectLst/>
                        </a:rPr>
                        <a:t>Technical</a:t>
                      </a:r>
                      <a:r>
                        <a:rPr lang="fr-FR" sz="1100" u="none" strike="noStrike" dirty="0">
                          <a:effectLst/>
                        </a:rPr>
                        <a:t> Check - Provider </a:t>
                      </a:r>
                      <a:r>
                        <a:rPr lang="fr-FR" sz="1100" u="none" strike="noStrike" dirty="0" err="1">
                          <a:effectLst/>
                        </a:rPr>
                        <a:t>Error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Not Planned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68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hite">
  <a:themeElements>
    <a:clrScheme name="Custom 6">
      <a:dk1>
        <a:srgbClr val="22211F"/>
      </a:dk1>
      <a:lt1>
        <a:srgbClr val="FFFFFF"/>
      </a:lt1>
      <a:dk2>
        <a:srgbClr val="0ED8B8"/>
      </a:dk2>
      <a:lt2>
        <a:srgbClr val="D8D8D8"/>
      </a:lt2>
      <a:accent1>
        <a:srgbClr val="6E37A3"/>
      </a:accent1>
      <a:accent2>
        <a:srgbClr val="FFB500"/>
      </a:accent2>
      <a:accent3>
        <a:srgbClr val="DA1883"/>
      </a:accent3>
      <a:accent4>
        <a:srgbClr val="41B6E6"/>
      </a:accent4>
      <a:accent5>
        <a:srgbClr val="F73000"/>
      </a:accent5>
      <a:accent6>
        <a:srgbClr val="ECF7F5"/>
      </a:accent6>
      <a:hlink>
        <a:srgbClr val="0ED8B8"/>
      </a:hlink>
      <a:folHlink>
        <a:srgbClr val="22211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in à bandes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x-theme" id="{2D3F049E-AD57-444B-9966-242570C4F42C}" vid="{24A12B29-B708-427C-BF9F-C2C0BA1CC5CC}"/>
    </a:ext>
  </a:extLst>
</a:theme>
</file>

<file path=ppt/theme/theme2.xml><?xml version="1.0" encoding="utf-8"?>
<a:theme xmlns:a="http://schemas.openxmlformats.org/drawingml/2006/main" name="black">
  <a:themeElements>
    <a:clrScheme name="Custom 6">
      <a:dk1>
        <a:srgbClr val="22211F"/>
      </a:dk1>
      <a:lt1>
        <a:srgbClr val="FFFFFF"/>
      </a:lt1>
      <a:dk2>
        <a:srgbClr val="0ED8B8"/>
      </a:dk2>
      <a:lt2>
        <a:srgbClr val="D8D8D8"/>
      </a:lt2>
      <a:accent1>
        <a:srgbClr val="6E37A3"/>
      </a:accent1>
      <a:accent2>
        <a:srgbClr val="FFB500"/>
      </a:accent2>
      <a:accent3>
        <a:srgbClr val="DA1883"/>
      </a:accent3>
      <a:accent4>
        <a:srgbClr val="41B6E6"/>
      </a:accent4>
      <a:accent5>
        <a:srgbClr val="F73000"/>
      </a:accent5>
      <a:accent6>
        <a:srgbClr val="ECF7F5"/>
      </a:accent6>
      <a:hlink>
        <a:srgbClr val="0ED8B8"/>
      </a:hlink>
      <a:folHlink>
        <a:srgbClr val="22211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in à bandes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x-theme" id="{2D3F049E-AD57-444B-9966-242570C4F42C}" vid="{24A12B29-B708-427C-BF9F-C2C0BA1CC5CC}"/>
    </a:ext>
  </a:extLst>
</a:theme>
</file>

<file path=ppt/theme/theme3.xml><?xml version="1.0" encoding="utf-8"?>
<a:theme xmlns:a="http://schemas.openxmlformats.org/drawingml/2006/main" name="2_nx-theme">
  <a:themeElements>
    <a:clrScheme name="Custom 6">
      <a:dk1>
        <a:srgbClr val="22211F"/>
      </a:dk1>
      <a:lt1>
        <a:srgbClr val="FFFFFF"/>
      </a:lt1>
      <a:dk2>
        <a:srgbClr val="0ED8B8"/>
      </a:dk2>
      <a:lt2>
        <a:srgbClr val="D8D8D8"/>
      </a:lt2>
      <a:accent1>
        <a:srgbClr val="6E37A3"/>
      </a:accent1>
      <a:accent2>
        <a:srgbClr val="FFB500"/>
      </a:accent2>
      <a:accent3>
        <a:srgbClr val="DA1883"/>
      </a:accent3>
      <a:accent4>
        <a:srgbClr val="41B6E6"/>
      </a:accent4>
      <a:accent5>
        <a:srgbClr val="F73000"/>
      </a:accent5>
      <a:accent6>
        <a:srgbClr val="ECF7F5"/>
      </a:accent6>
      <a:hlink>
        <a:srgbClr val="0ED8B8"/>
      </a:hlink>
      <a:folHlink>
        <a:srgbClr val="22211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in à bandes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x-theme" id="{2D3F049E-AD57-444B-9966-242570C4F42C}" vid="{24A12B29-B708-427C-BF9F-C2C0BA1CC5CC}"/>
    </a:ext>
  </a:extLst>
</a:theme>
</file>

<file path=ppt/theme/theme4.xml><?xml version="1.0" encoding="utf-8"?>
<a:theme xmlns:a="http://schemas.openxmlformats.org/drawingml/2006/main" name="NeoXam_template-2018-NewStyle_16-9">
  <a:themeElements>
    <a:clrScheme name="NeoXam_2018">
      <a:dk1>
        <a:srgbClr val="22211F"/>
      </a:dk1>
      <a:lt1>
        <a:srgbClr val="FFFFFF"/>
      </a:lt1>
      <a:dk2>
        <a:srgbClr val="0ED8B8"/>
      </a:dk2>
      <a:lt2>
        <a:srgbClr val="D8D8D8"/>
      </a:lt2>
      <a:accent1>
        <a:srgbClr val="22211F"/>
      </a:accent1>
      <a:accent2>
        <a:srgbClr val="0ED8B8"/>
      </a:accent2>
      <a:accent3>
        <a:srgbClr val="F2F2F2"/>
      </a:accent3>
      <a:accent4>
        <a:srgbClr val="22211F"/>
      </a:accent4>
      <a:accent5>
        <a:srgbClr val="0ED8B8"/>
      </a:accent5>
      <a:accent6>
        <a:srgbClr val="FFFFFF"/>
      </a:accent6>
      <a:hlink>
        <a:srgbClr val="0ED8B8"/>
      </a:hlink>
      <a:folHlink>
        <a:srgbClr val="22211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in à bandes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eoXam_template-2018-NewStyle_16-9" id="{AF9F7777-D89A-4217-AD27-CA86EADC7E71}" vid="{D076516D-8932-4D65-A9A0-651B2E41F33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7df2aa-6782-492f-9993-c4292c36f3cc" xsi:nil="true"/>
    <lcf76f155ced4ddcb4097134ff3c332f xmlns="b41e5cfd-082c-4ad5-8c76-37e48c6dffe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0094AF1536242B2755B839AC8ECF0" ma:contentTypeVersion="23" ma:contentTypeDescription="Crée un document." ma:contentTypeScope="" ma:versionID="401c1bab45ccd090b833f955b3f8fc12">
  <xsd:schema xmlns:xsd="http://www.w3.org/2001/XMLSchema" xmlns:xs="http://www.w3.org/2001/XMLSchema" xmlns:p="http://schemas.microsoft.com/office/2006/metadata/properties" xmlns:ns2="b41e5cfd-082c-4ad5-8c76-37e48c6dffed" xmlns:ns3="1b7df2aa-6782-492f-9993-c4292c36f3cc" targetNamespace="http://schemas.microsoft.com/office/2006/metadata/properties" ma:root="true" ma:fieldsID="5e8f90a0c24973ace5ea1d0b07c859b9" ns2:_="" ns3:_="">
    <xsd:import namespace="b41e5cfd-082c-4ad5-8c76-37e48c6dffed"/>
    <xsd:import namespace="1b7df2aa-6782-492f-9993-c4292c36f3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e5cfd-082c-4ad5-8c76-37e48c6df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665531e2-916f-41d6-b7f3-804cd1717f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df2aa-6782-492f-9993-c4292c36f3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1838195-705f-4b1e-aeeb-e5db45612efe}" ma:internalName="TaxCatchAll" ma:showField="CatchAllData" ma:web="1b7df2aa-6782-492f-9993-c4292c36f3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D5CA27-3B91-4154-B598-611D52D9DB54}">
  <ds:schemaRefs>
    <ds:schemaRef ds:uri="1b7df2aa-6782-492f-9993-c4292c36f3cc"/>
    <ds:schemaRef ds:uri="b41e5cfd-082c-4ad5-8c76-37e48c6dffe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8846BAF-83AF-49D3-B79B-F57D26BC50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B4220B-191B-4B10-A015-6B90488C0CD9}">
  <ds:schemaRefs>
    <ds:schemaRef ds:uri="1b7df2aa-6782-492f-9993-c4292c36f3cc"/>
    <ds:schemaRef ds:uri="b41e5cfd-082c-4ad5-8c76-37e48c6dff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2987</TotalTime>
  <Words>619</Words>
  <Application>Microsoft Office PowerPoint</Application>
  <PresentationFormat>Grand écran</PresentationFormat>
  <Paragraphs>180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5</vt:i4>
      </vt:variant>
    </vt:vector>
  </HeadingPairs>
  <TitlesOfParts>
    <vt:vector size="15" baseType="lpstr">
      <vt:lpstr>Arial</vt:lpstr>
      <vt:lpstr>Calibri</vt:lpstr>
      <vt:lpstr>Century Gothic</vt:lpstr>
      <vt:lpstr>Helvetica</vt:lpstr>
      <vt:lpstr>Wingdings</vt:lpstr>
      <vt:lpstr>Wingdings 3</vt:lpstr>
      <vt:lpstr>white</vt:lpstr>
      <vt:lpstr>black</vt:lpstr>
      <vt:lpstr>2_nx-theme</vt:lpstr>
      <vt:lpstr>NeoXam_template-2018-NewStyle_16-9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Cliquez et modifiez le titre</dc:title>
  <dc:creator>Clément Miglietti</dc:creator>
  <cp:lastModifiedBy>Aminata Ly-Gauchet</cp:lastModifiedBy>
  <cp:revision>17</cp:revision>
  <dcterms:created xsi:type="dcterms:W3CDTF">2022-02-03T09:43:26Z</dcterms:created>
  <dcterms:modified xsi:type="dcterms:W3CDTF">2026-03-27T16:21:34Z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0x010100F710094AF1536242B2755B839AC8ECF0</vt:lpwstr>
  </property>
</Properties>
</file>